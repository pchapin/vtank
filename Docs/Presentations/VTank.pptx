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3" r:id="rId4"/>
    <p:sldId id="258" r:id="rId5"/>
    <p:sldId id="259" r:id="rId6"/>
    <p:sldId id="260" r:id="rId7"/>
    <p:sldId id="261" r:id="rId8"/>
    <p:sldId id="262" r:id="rId9"/>
    <p:sldId id="264" r:id="rId10"/>
    <p:sldId id="267" r:id="rId11"/>
    <p:sldId id="265" r:id="rId12"/>
    <p:sldId id="266"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4" d="100"/>
          <a:sy n="74" d="100"/>
        </p:scale>
        <p:origin x="1473" y="2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ound Diagonal Corner Rectangle 7">
            <a:extLst>
              <a:ext uri="{FF2B5EF4-FFF2-40B4-BE49-F238E27FC236}">
                <a16:creationId xmlns:a16="http://schemas.microsoft.com/office/drawing/2014/main" id="{F1AA721C-EE33-5AE9-2678-93640BFBD162}"/>
              </a:ext>
            </a:extLst>
          </p:cNvPr>
          <p:cNvSpPr/>
          <p:nvPr/>
        </p:nvSpPr>
        <p:spPr>
          <a:xfrm>
            <a:off x="164592" y="146304"/>
            <a:ext cx="8814816" cy="2505456"/>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itle 7"/>
          <p:cNvSpPr>
            <a:spLocks noGrp="1"/>
          </p:cNvSpPr>
          <p:nvPr>
            <p:ph type="ctrTitle"/>
          </p:nvPr>
        </p:nvSpPr>
        <p:spPr>
          <a:xfrm>
            <a:off x="464234" y="381001"/>
            <a:ext cx="8229600" cy="2209800"/>
          </a:xfrm>
        </p:spPr>
        <p:txBody>
          <a:bodyPr lIns="45720" rIns="228600"/>
          <a:lstStyle>
            <a:lvl1pPr marL="0" algn="r">
              <a:defRPr sz="4800"/>
            </a:lvl1pPr>
            <a:extLst/>
          </a:lstStyle>
          <a:p>
            <a:r>
              <a:rPr lang="en-US"/>
              <a:t>Click to edit Master title style</a:t>
            </a:r>
          </a:p>
        </p:txBody>
      </p:sp>
      <p:sp>
        <p:nvSpPr>
          <p:cNvPr id="9" name="Subtitle 8"/>
          <p:cNvSpPr>
            <a:spLocks noGrp="1"/>
          </p:cNvSpPr>
          <p:nvPr>
            <p:ph type="subTitle" idx="1"/>
          </p:nvPr>
        </p:nvSpPr>
        <p:spPr>
          <a:xfrm>
            <a:off x="2133600" y="2819400"/>
            <a:ext cx="6560234" cy="1752600"/>
          </a:xfrm>
        </p:spPr>
        <p:txBody>
          <a:bodyPr lIns="45720" rIns="246888"/>
          <a:lstStyle>
            <a:lvl1pPr marL="0" indent="0" algn="r">
              <a:spcBef>
                <a:spcPts val="0"/>
              </a:spcBef>
              <a:buNone/>
              <a:defRPr>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3" name="Date Placeholder 9">
            <a:extLst>
              <a:ext uri="{FF2B5EF4-FFF2-40B4-BE49-F238E27FC236}">
                <a16:creationId xmlns:a16="http://schemas.microsoft.com/office/drawing/2014/main" id="{8EB39769-2C14-2649-ECD2-A5C5CF50858F}"/>
              </a:ext>
            </a:extLst>
          </p:cNvPr>
          <p:cNvSpPr>
            <a:spLocks noGrp="1"/>
          </p:cNvSpPr>
          <p:nvPr>
            <p:ph type="dt" sz="half" idx="10"/>
          </p:nvPr>
        </p:nvSpPr>
        <p:spPr>
          <a:xfrm>
            <a:off x="5562600" y="6508750"/>
            <a:ext cx="3001963" cy="274638"/>
          </a:xfrm>
        </p:spPr>
        <p:txBody>
          <a:bodyPr vert="horz" rtlCol="0"/>
          <a:lstStyle>
            <a:lvl1pPr>
              <a:defRPr/>
            </a:lvl1pPr>
          </a:lstStyle>
          <a:p>
            <a:pPr>
              <a:defRPr/>
            </a:pPr>
            <a:fld id="{25A2DF1D-4F45-452C-8344-841B280C402D}" type="datetimeFigureOut">
              <a:rPr lang="en-US"/>
              <a:pPr>
                <a:defRPr/>
              </a:pPr>
              <a:t>2025-11-11</a:t>
            </a:fld>
            <a:endParaRPr lang="en-US"/>
          </a:p>
        </p:txBody>
      </p:sp>
      <p:sp>
        <p:nvSpPr>
          <p:cNvPr id="4" name="Slide Number Placeholder 10">
            <a:extLst>
              <a:ext uri="{FF2B5EF4-FFF2-40B4-BE49-F238E27FC236}">
                <a16:creationId xmlns:a16="http://schemas.microsoft.com/office/drawing/2014/main" id="{4C063F30-C68A-5E33-B407-4457B3A93E30}"/>
              </a:ext>
            </a:extLst>
          </p:cNvPr>
          <p:cNvSpPr>
            <a:spLocks noGrp="1"/>
          </p:cNvSpPr>
          <p:nvPr>
            <p:ph type="sldNum" sz="quarter" idx="11"/>
          </p:nvPr>
        </p:nvSpPr>
        <p:spPr>
          <a:xfrm>
            <a:off x="8639175" y="6508750"/>
            <a:ext cx="463550" cy="274638"/>
          </a:xfrm>
        </p:spPr>
        <p:txBody>
          <a:bodyPr/>
          <a:lstStyle>
            <a:lvl1pPr>
              <a:defRPr/>
            </a:lvl1pPr>
          </a:lstStyle>
          <a:p>
            <a:fld id="{12EB4525-C054-47C1-95A9-CB705E4ECE93}" type="slidenum">
              <a:rPr lang="en-US" altLang="en-US"/>
              <a:pPr/>
              <a:t>‹#›</a:t>
            </a:fld>
            <a:endParaRPr lang="en-US" altLang="en-US"/>
          </a:p>
        </p:txBody>
      </p:sp>
      <p:sp>
        <p:nvSpPr>
          <p:cNvPr id="5" name="Footer Placeholder 11">
            <a:extLst>
              <a:ext uri="{FF2B5EF4-FFF2-40B4-BE49-F238E27FC236}">
                <a16:creationId xmlns:a16="http://schemas.microsoft.com/office/drawing/2014/main" id="{E05C8023-EBA7-5220-CA33-AC3CC8AC31F6}"/>
              </a:ext>
            </a:extLst>
          </p:cNvPr>
          <p:cNvSpPr>
            <a:spLocks noGrp="1"/>
          </p:cNvSpPr>
          <p:nvPr>
            <p:ph type="ftr" sz="quarter" idx="12"/>
          </p:nvPr>
        </p:nvSpPr>
        <p:spPr>
          <a:xfrm>
            <a:off x="1600200" y="6508750"/>
            <a:ext cx="3906838" cy="274638"/>
          </a:xfrm>
        </p:spPr>
        <p:txBody>
          <a:bodyPr vert="horz" rtlCol="0"/>
          <a:lstStyle>
            <a:lvl1pPr>
              <a:defRPr/>
            </a:lvl1pPr>
          </a:lstStyle>
          <a:p>
            <a:pPr>
              <a:defRPr/>
            </a:pPr>
            <a:endParaRPr lang="en-US"/>
          </a:p>
        </p:txBody>
      </p:sp>
    </p:spTree>
    <p:extLst>
      <p:ext uri="{BB962C8B-B14F-4D97-AF65-F5344CB8AC3E}">
        <p14:creationId xmlns:p14="http://schemas.microsoft.com/office/powerpoint/2010/main" val="1431023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C8E588-F595-7223-3905-D79F312BB2E1}"/>
              </a:ext>
            </a:extLst>
          </p:cNvPr>
          <p:cNvSpPr/>
          <p:nvPr/>
        </p:nvSpPr>
        <p:spPr>
          <a:xfrm>
            <a:off x="588963" y="1423988"/>
            <a:ext cx="8001000"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3C0970E-DE8E-8569-F84F-1D4B493021A9}"/>
              </a:ext>
            </a:extLst>
          </p:cNvPr>
          <p:cNvSpPr>
            <a:spLocks noGrp="1"/>
          </p:cNvSpPr>
          <p:nvPr>
            <p:ph type="dt" sz="half" idx="10"/>
          </p:nvPr>
        </p:nvSpPr>
        <p:spPr/>
        <p:txBody>
          <a:bodyPr/>
          <a:lstStyle>
            <a:lvl1pPr>
              <a:defRPr/>
            </a:lvl1pPr>
          </a:lstStyle>
          <a:p>
            <a:pPr>
              <a:defRPr/>
            </a:pPr>
            <a:fld id="{071358AD-D065-42D8-BDA8-F4D31A6291B6}" type="datetimeFigureOut">
              <a:rPr lang="en-US"/>
              <a:pPr>
                <a:defRPr/>
              </a:pPr>
              <a:t>2025-11-11</a:t>
            </a:fld>
            <a:endParaRPr lang="en-US"/>
          </a:p>
        </p:txBody>
      </p:sp>
      <p:sp>
        <p:nvSpPr>
          <p:cNvPr id="6" name="Footer Placeholder 4">
            <a:extLst>
              <a:ext uri="{FF2B5EF4-FFF2-40B4-BE49-F238E27FC236}">
                <a16:creationId xmlns:a16="http://schemas.microsoft.com/office/drawing/2014/main" id="{316A3320-2840-2870-9307-61BDA45F455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2D1012D-DC7C-4DDB-ABA8-3F59FFD3048E}"/>
              </a:ext>
            </a:extLst>
          </p:cNvPr>
          <p:cNvSpPr>
            <a:spLocks noGrp="1"/>
          </p:cNvSpPr>
          <p:nvPr>
            <p:ph type="sldNum" sz="quarter" idx="12"/>
          </p:nvPr>
        </p:nvSpPr>
        <p:spPr/>
        <p:txBody>
          <a:bodyPr/>
          <a:lstStyle>
            <a:lvl1pPr>
              <a:defRPr/>
            </a:lvl1pPr>
          </a:lstStyle>
          <a:p>
            <a:fld id="{9D6AC3D9-274E-4729-945D-118B2A5B4ADB}" type="slidenum">
              <a:rPr lang="en-US" altLang="en-US"/>
              <a:pPr/>
              <a:t>‹#›</a:t>
            </a:fld>
            <a:endParaRPr lang="en-US" altLang="en-US"/>
          </a:p>
        </p:txBody>
      </p:sp>
    </p:spTree>
    <p:extLst>
      <p:ext uri="{BB962C8B-B14F-4D97-AF65-F5344CB8AC3E}">
        <p14:creationId xmlns:p14="http://schemas.microsoft.com/office/powerpoint/2010/main" val="3819056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42045D-27F8-2B9D-C43A-70F9A96658A1}"/>
              </a:ext>
            </a:extLst>
          </p:cNvPr>
          <p:cNvSpPr/>
          <p:nvPr/>
        </p:nvSpPr>
        <p:spPr>
          <a:xfrm>
            <a:off x="1000125" y="3267075"/>
            <a:ext cx="7407275"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76" y="498230"/>
            <a:ext cx="7772400" cy="2731008"/>
          </a:xfrm>
        </p:spPr>
        <p:txBody>
          <a:bodyPr rIns="100584"/>
          <a:lstStyle>
            <a:lvl1pPr algn="r">
              <a:buNone/>
              <a:defRPr sz="4000" b="1" cap="none">
                <a:solidFill>
                  <a:schemeClr val="accent1">
                    <a:tint val="95000"/>
                    <a:satMod val="200000"/>
                  </a:schemeClr>
                </a:solidFill>
              </a:defRPr>
            </a:lvl1pPr>
            <a:extLst/>
          </a:lstStyle>
          <a:p>
            <a:r>
              <a:rPr lang="en-US"/>
              <a:t>Click to edit Master title style</a:t>
            </a:r>
          </a:p>
        </p:txBody>
      </p:sp>
      <p:sp>
        <p:nvSpPr>
          <p:cNvPr id="3" name="Text Placeholder 2"/>
          <p:cNvSpPr>
            <a:spLocks noGrp="1"/>
          </p:cNvSpPr>
          <p:nvPr>
            <p:ph type="body" idx="1"/>
          </p:nvPr>
        </p:nvSpPr>
        <p:spPr>
          <a:xfrm>
            <a:off x="722313" y="3287713"/>
            <a:ext cx="7772400" cy="1509712"/>
          </a:xfrm>
        </p:spPr>
        <p:txBody>
          <a:bodyPr rIns="128016"/>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5" name="Date Placeholder 7">
            <a:extLst>
              <a:ext uri="{FF2B5EF4-FFF2-40B4-BE49-F238E27FC236}">
                <a16:creationId xmlns:a16="http://schemas.microsoft.com/office/drawing/2014/main" id="{5872A265-0F82-281F-6966-1EEFF35E6091}"/>
              </a:ext>
            </a:extLst>
          </p:cNvPr>
          <p:cNvSpPr>
            <a:spLocks noGrp="1"/>
          </p:cNvSpPr>
          <p:nvPr>
            <p:ph type="dt" sz="half" idx="10"/>
          </p:nvPr>
        </p:nvSpPr>
        <p:spPr>
          <a:xfrm>
            <a:off x="5562600" y="6513513"/>
            <a:ext cx="3001963" cy="274637"/>
          </a:xfrm>
        </p:spPr>
        <p:txBody>
          <a:bodyPr vert="horz" rtlCol="0"/>
          <a:lstStyle>
            <a:lvl1pPr>
              <a:defRPr/>
            </a:lvl1pPr>
          </a:lstStyle>
          <a:p>
            <a:pPr>
              <a:defRPr/>
            </a:pPr>
            <a:fld id="{9FD01685-C231-4E69-B2A5-6FC02CC32B32}" type="datetimeFigureOut">
              <a:rPr lang="en-US"/>
              <a:pPr>
                <a:defRPr/>
              </a:pPr>
              <a:t>2025-11-11</a:t>
            </a:fld>
            <a:endParaRPr lang="en-US"/>
          </a:p>
        </p:txBody>
      </p:sp>
      <p:sp>
        <p:nvSpPr>
          <p:cNvPr id="6" name="Slide Number Placeholder 8">
            <a:extLst>
              <a:ext uri="{FF2B5EF4-FFF2-40B4-BE49-F238E27FC236}">
                <a16:creationId xmlns:a16="http://schemas.microsoft.com/office/drawing/2014/main" id="{BFFB8819-057D-1671-E137-D1E7522BDA29}"/>
              </a:ext>
            </a:extLst>
          </p:cNvPr>
          <p:cNvSpPr>
            <a:spLocks noGrp="1"/>
          </p:cNvSpPr>
          <p:nvPr>
            <p:ph type="sldNum" sz="quarter" idx="11"/>
          </p:nvPr>
        </p:nvSpPr>
        <p:spPr>
          <a:xfrm>
            <a:off x="8639175" y="6513513"/>
            <a:ext cx="463550" cy="274637"/>
          </a:xfrm>
        </p:spPr>
        <p:txBody>
          <a:bodyPr/>
          <a:lstStyle>
            <a:lvl1pPr>
              <a:defRPr/>
            </a:lvl1pPr>
          </a:lstStyle>
          <a:p>
            <a:fld id="{E38557AE-FF83-49E5-A29B-EB39891DE1D4}" type="slidenum">
              <a:rPr lang="en-US" altLang="en-US"/>
              <a:pPr/>
              <a:t>‹#›</a:t>
            </a:fld>
            <a:endParaRPr lang="en-US" altLang="en-US"/>
          </a:p>
        </p:txBody>
      </p:sp>
      <p:sp>
        <p:nvSpPr>
          <p:cNvPr id="7" name="Footer Placeholder 9">
            <a:extLst>
              <a:ext uri="{FF2B5EF4-FFF2-40B4-BE49-F238E27FC236}">
                <a16:creationId xmlns:a16="http://schemas.microsoft.com/office/drawing/2014/main" id="{DA56099B-388F-F549-7861-7B3B010A6FC9}"/>
              </a:ext>
            </a:extLst>
          </p:cNvPr>
          <p:cNvSpPr>
            <a:spLocks noGrp="1"/>
          </p:cNvSpPr>
          <p:nvPr>
            <p:ph type="ftr" sz="quarter" idx="12"/>
          </p:nvPr>
        </p:nvSpPr>
        <p:spPr>
          <a:xfrm>
            <a:off x="1600200" y="6513513"/>
            <a:ext cx="3906838" cy="274637"/>
          </a:xfrm>
        </p:spPr>
        <p:txBody>
          <a:bodyPr vert="horz" rtlCol="0"/>
          <a:lstStyle>
            <a:lvl1pPr>
              <a:defRPr/>
            </a:lvl1pPr>
          </a:lstStyle>
          <a:p>
            <a:pPr>
              <a:defRPr/>
            </a:pPr>
            <a:endParaRPr lang="en-US"/>
          </a:p>
        </p:txBody>
      </p:sp>
    </p:spTree>
    <p:extLst>
      <p:ext uri="{BB962C8B-B14F-4D97-AF65-F5344CB8AC3E}">
        <p14:creationId xmlns:p14="http://schemas.microsoft.com/office/powerpoint/2010/main" val="316551918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F0E3660-AC3F-D6CE-105B-E522879635A6}"/>
              </a:ext>
            </a:extLst>
          </p:cNvPr>
          <p:cNvSpPr/>
          <p:nvPr/>
        </p:nvSpPr>
        <p:spPr>
          <a:xfrm>
            <a:off x="588963" y="1423988"/>
            <a:ext cx="8001000"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45920"/>
            <a:ext cx="4038600" cy="452628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5920"/>
            <a:ext cx="4038600" cy="452628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E11C6AD5-05C0-84D7-6E36-D5A8D2B64E97}"/>
              </a:ext>
            </a:extLst>
          </p:cNvPr>
          <p:cNvSpPr>
            <a:spLocks noGrp="1"/>
          </p:cNvSpPr>
          <p:nvPr>
            <p:ph type="dt" sz="half" idx="10"/>
          </p:nvPr>
        </p:nvSpPr>
        <p:spPr/>
        <p:txBody>
          <a:bodyPr/>
          <a:lstStyle>
            <a:lvl1pPr>
              <a:defRPr/>
            </a:lvl1pPr>
          </a:lstStyle>
          <a:p>
            <a:pPr>
              <a:defRPr/>
            </a:pPr>
            <a:fld id="{A48588E8-BE6D-4E3D-B3AA-11491B2537CD}" type="datetimeFigureOut">
              <a:rPr lang="en-US"/>
              <a:pPr>
                <a:defRPr/>
              </a:pPr>
              <a:t>2025-11-11</a:t>
            </a:fld>
            <a:endParaRPr lang="en-US"/>
          </a:p>
        </p:txBody>
      </p:sp>
      <p:sp>
        <p:nvSpPr>
          <p:cNvPr id="7" name="Footer Placeholder 5">
            <a:extLst>
              <a:ext uri="{FF2B5EF4-FFF2-40B4-BE49-F238E27FC236}">
                <a16:creationId xmlns:a16="http://schemas.microsoft.com/office/drawing/2014/main" id="{AF3D12A2-630A-09AD-4E30-2DA568FC2A54}"/>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0379E4FA-5485-624B-BC2F-5C398F57435A}"/>
              </a:ext>
            </a:extLst>
          </p:cNvPr>
          <p:cNvSpPr>
            <a:spLocks noGrp="1"/>
          </p:cNvSpPr>
          <p:nvPr>
            <p:ph type="sldNum" sz="quarter" idx="12"/>
          </p:nvPr>
        </p:nvSpPr>
        <p:spPr>
          <a:xfrm>
            <a:off x="8640763" y="6515100"/>
            <a:ext cx="465137" cy="273050"/>
          </a:xfrm>
        </p:spPr>
        <p:txBody>
          <a:bodyPr/>
          <a:lstStyle>
            <a:lvl1pPr>
              <a:defRPr/>
            </a:lvl1pPr>
          </a:lstStyle>
          <a:p>
            <a:fld id="{96DBD979-0BA7-499D-B899-E0978BA08448}" type="slidenum">
              <a:rPr lang="en-US" altLang="en-US"/>
              <a:pPr/>
              <a:t>‹#›</a:t>
            </a:fld>
            <a:endParaRPr lang="en-US" altLang="en-US"/>
          </a:p>
        </p:txBody>
      </p:sp>
    </p:spTree>
    <p:extLst>
      <p:ext uri="{BB962C8B-B14F-4D97-AF65-F5344CB8AC3E}">
        <p14:creationId xmlns:p14="http://schemas.microsoft.com/office/powerpoint/2010/main" val="3425495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A4AB08-CF4D-17D0-4812-EE32319FF364}"/>
              </a:ext>
            </a:extLst>
          </p:cNvPr>
          <p:cNvSpPr/>
          <p:nvPr/>
        </p:nvSpPr>
        <p:spPr>
          <a:xfrm>
            <a:off x="617538" y="2165350"/>
            <a:ext cx="3748087"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9BC164DC-6FC1-EFB6-68DE-7B8974DF9699}"/>
              </a:ext>
            </a:extLst>
          </p:cNvPr>
          <p:cNvSpPr/>
          <p:nvPr/>
        </p:nvSpPr>
        <p:spPr>
          <a:xfrm>
            <a:off x="4800600" y="2165350"/>
            <a:ext cx="3749675"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fontAlgn="auto">
              <a:spcBef>
                <a:spcPts val="0"/>
              </a:spcBef>
              <a:spcAft>
                <a:spcPts val="0"/>
              </a:spcAft>
              <a:defRPr/>
            </a:pPr>
            <a:endParaRPr lang="en-US"/>
          </a:p>
        </p:txBody>
      </p:sp>
      <p:sp>
        <p:nvSpPr>
          <p:cNvPr id="2" name="Title 1"/>
          <p:cNvSpPr>
            <a:spLocks noGrp="1"/>
          </p:cNvSpPr>
          <p:nvPr>
            <p:ph type="title"/>
          </p:nvPr>
        </p:nvSpPr>
        <p:spPr>
          <a:xfrm>
            <a:off x="457200" y="251948"/>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5" y="1535113"/>
            <a:ext cx="4041775"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2362200"/>
            <a:ext cx="4040188" cy="3941763"/>
          </a:xfrm>
        </p:spPr>
        <p:txBody>
          <a:bodyPr/>
          <a:lstStyle>
            <a:lvl1pPr>
              <a:defRPr sz="22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362200"/>
            <a:ext cx="4041775" cy="3941763"/>
          </a:xfrm>
        </p:spPr>
        <p:txBody>
          <a:bodyPr/>
          <a:lstStyle>
            <a:lvl1pPr>
              <a:defRPr sz="22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6">
            <a:extLst>
              <a:ext uri="{FF2B5EF4-FFF2-40B4-BE49-F238E27FC236}">
                <a16:creationId xmlns:a16="http://schemas.microsoft.com/office/drawing/2014/main" id="{02C7B1E5-27FC-5900-2F1B-4AE70B88D21C}"/>
              </a:ext>
            </a:extLst>
          </p:cNvPr>
          <p:cNvSpPr>
            <a:spLocks noGrp="1"/>
          </p:cNvSpPr>
          <p:nvPr>
            <p:ph type="dt" sz="half" idx="10"/>
          </p:nvPr>
        </p:nvSpPr>
        <p:spPr/>
        <p:txBody>
          <a:bodyPr/>
          <a:lstStyle>
            <a:lvl1pPr>
              <a:defRPr/>
            </a:lvl1pPr>
          </a:lstStyle>
          <a:p>
            <a:pPr>
              <a:defRPr/>
            </a:pPr>
            <a:fld id="{C0B4B95F-97C7-4985-AE18-F4C28267038A}" type="datetimeFigureOut">
              <a:rPr lang="en-US"/>
              <a:pPr>
                <a:defRPr/>
              </a:pPr>
              <a:t>2025-11-11</a:t>
            </a:fld>
            <a:endParaRPr lang="en-US"/>
          </a:p>
        </p:txBody>
      </p:sp>
      <p:sp>
        <p:nvSpPr>
          <p:cNvPr id="10" name="Footer Placeholder 7">
            <a:extLst>
              <a:ext uri="{FF2B5EF4-FFF2-40B4-BE49-F238E27FC236}">
                <a16:creationId xmlns:a16="http://schemas.microsoft.com/office/drawing/2014/main" id="{0DDBBFFA-A33E-10B2-1A41-36DCB9E86E17}"/>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8">
            <a:extLst>
              <a:ext uri="{FF2B5EF4-FFF2-40B4-BE49-F238E27FC236}">
                <a16:creationId xmlns:a16="http://schemas.microsoft.com/office/drawing/2014/main" id="{83D93791-FBB4-B676-4015-08E7DCF220B5}"/>
              </a:ext>
            </a:extLst>
          </p:cNvPr>
          <p:cNvSpPr>
            <a:spLocks noGrp="1"/>
          </p:cNvSpPr>
          <p:nvPr>
            <p:ph type="sldNum" sz="quarter" idx="12"/>
          </p:nvPr>
        </p:nvSpPr>
        <p:spPr>
          <a:xfrm>
            <a:off x="8640763" y="6515100"/>
            <a:ext cx="465137" cy="273050"/>
          </a:xfrm>
        </p:spPr>
        <p:txBody>
          <a:bodyPr/>
          <a:lstStyle>
            <a:lvl1pPr>
              <a:defRPr/>
            </a:lvl1pPr>
          </a:lstStyle>
          <a:p>
            <a:fld id="{D9F4BE2C-9BA6-4299-9B98-BBA138AE3346}" type="slidenum">
              <a:rPr lang="en-US" altLang="en-US"/>
              <a:pPr/>
              <a:t>‹#›</a:t>
            </a:fld>
            <a:endParaRPr lang="en-US" altLang="en-US"/>
          </a:p>
        </p:txBody>
      </p:sp>
    </p:spTree>
    <p:extLst>
      <p:ext uri="{BB962C8B-B14F-4D97-AF65-F5344CB8AC3E}">
        <p14:creationId xmlns:p14="http://schemas.microsoft.com/office/powerpoint/2010/main" val="1632141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7716823-B669-7616-413A-2A5B1B015D6B}"/>
              </a:ext>
            </a:extLst>
          </p:cNvPr>
          <p:cNvSpPr/>
          <p:nvPr/>
        </p:nvSpPr>
        <p:spPr>
          <a:xfrm>
            <a:off x="588963" y="1423988"/>
            <a:ext cx="8001000"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457200" y="253218"/>
            <a:ext cx="8229600" cy="1143000"/>
          </a:xfrm>
        </p:spPr>
        <p:txBody>
          <a:bodyPr/>
          <a:lstStyle/>
          <a:p>
            <a:r>
              <a:rPr lang="en-US"/>
              <a:t>Click to edit Master title style</a:t>
            </a:r>
          </a:p>
        </p:txBody>
      </p:sp>
      <p:sp>
        <p:nvSpPr>
          <p:cNvPr id="4" name="Date Placeholder 2">
            <a:extLst>
              <a:ext uri="{FF2B5EF4-FFF2-40B4-BE49-F238E27FC236}">
                <a16:creationId xmlns:a16="http://schemas.microsoft.com/office/drawing/2014/main" id="{ED064196-F701-1412-F14C-60DD5C56C2C4}"/>
              </a:ext>
            </a:extLst>
          </p:cNvPr>
          <p:cNvSpPr>
            <a:spLocks noGrp="1"/>
          </p:cNvSpPr>
          <p:nvPr>
            <p:ph type="dt" sz="half" idx="10"/>
          </p:nvPr>
        </p:nvSpPr>
        <p:spPr/>
        <p:txBody>
          <a:bodyPr/>
          <a:lstStyle>
            <a:lvl1pPr>
              <a:defRPr/>
            </a:lvl1pPr>
          </a:lstStyle>
          <a:p>
            <a:pPr>
              <a:defRPr/>
            </a:pPr>
            <a:fld id="{24674F8B-3496-49C8-A3AB-9F8AE377B1E1}" type="datetimeFigureOut">
              <a:rPr lang="en-US"/>
              <a:pPr>
                <a:defRPr/>
              </a:pPr>
              <a:t>2025-11-11</a:t>
            </a:fld>
            <a:endParaRPr lang="en-US"/>
          </a:p>
        </p:txBody>
      </p:sp>
      <p:sp>
        <p:nvSpPr>
          <p:cNvPr id="5" name="Footer Placeholder 3">
            <a:extLst>
              <a:ext uri="{FF2B5EF4-FFF2-40B4-BE49-F238E27FC236}">
                <a16:creationId xmlns:a16="http://schemas.microsoft.com/office/drawing/2014/main" id="{0EB0D20A-E17C-0854-D111-8C77E9476E3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7E266D6B-F014-063C-3ECF-F9C2D1730006}"/>
              </a:ext>
            </a:extLst>
          </p:cNvPr>
          <p:cNvSpPr>
            <a:spLocks noGrp="1"/>
          </p:cNvSpPr>
          <p:nvPr>
            <p:ph type="sldNum" sz="quarter" idx="12"/>
          </p:nvPr>
        </p:nvSpPr>
        <p:spPr/>
        <p:txBody>
          <a:bodyPr/>
          <a:lstStyle>
            <a:lvl1pPr>
              <a:defRPr/>
            </a:lvl1pPr>
          </a:lstStyle>
          <a:p>
            <a:fld id="{58D6BA1E-DE95-4666-9DCB-A83EED91A3C8}" type="slidenum">
              <a:rPr lang="en-US" altLang="en-US"/>
              <a:pPr/>
              <a:t>‹#›</a:t>
            </a:fld>
            <a:endParaRPr lang="en-US" altLang="en-US"/>
          </a:p>
        </p:txBody>
      </p:sp>
    </p:spTree>
    <p:extLst>
      <p:ext uri="{BB962C8B-B14F-4D97-AF65-F5344CB8AC3E}">
        <p14:creationId xmlns:p14="http://schemas.microsoft.com/office/powerpoint/2010/main" val="915538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D73040A4-3F97-F371-70D2-BF7BCD541238}"/>
              </a:ext>
            </a:extLst>
          </p:cNvPr>
          <p:cNvSpPr>
            <a:spLocks noGrp="1"/>
          </p:cNvSpPr>
          <p:nvPr>
            <p:ph type="ftr" sz="quarter" idx="10"/>
          </p:nvPr>
        </p:nvSpPr>
        <p:spPr/>
        <p:txBody>
          <a:bodyPr/>
          <a:lstStyle>
            <a:lvl1pPr>
              <a:defRPr/>
            </a:lvl1pPr>
          </a:lstStyle>
          <a:p>
            <a:pPr>
              <a:defRPr/>
            </a:pPr>
            <a:endParaRPr lang="en-US"/>
          </a:p>
        </p:txBody>
      </p:sp>
      <p:sp>
        <p:nvSpPr>
          <p:cNvPr id="3" name="Date Placeholder 13">
            <a:extLst>
              <a:ext uri="{FF2B5EF4-FFF2-40B4-BE49-F238E27FC236}">
                <a16:creationId xmlns:a16="http://schemas.microsoft.com/office/drawing/2014/main" id="{2CEC83CB-8068-F382-0C9B-86764034E690}"/>
              </a:ext>
            </a:extLst>
          </p:cNvPr>
          <p:cNvSpPr>
            <a:spLocks noGrp="1"/>
          </p:cNvSpPr>
          <p:nvPr>
            <p:ph type="dt" sz="half" idx="11"/>
          </p:nvPr>
        </p:nvSpPr>
        <p:spPr/>
        <p:txBody>
          <a:bodyPr/>
          <a:lstStyle>
            <a:lvl1pPr>
              <a:defRPr/>
            </a:lvl1pPr>
          </a:lstStyle>
          <a:p>
            <a:pPr>
              <a:defRPr/>
            </a:pPr>
            <a:fld id="{2D84FFFF-EEED-4C91-B006-32FECF65D796}" type="datetimeFigureOut">
              <a:rPr lang="en-US"/>
              <a:pPr>
                <a:defRPr/>
              </a:pPr>
              <a:t>2025-11-11</a:t>
            </a:fld>
            <a:endParaRPr lang="en-US"/>
          </a:p>
        </p:txBody>
      </p:sp>
      <p:sp>
        <p:nvSpPr>
          <p:cNvPr id="4" name="Slide Number Placeholder 22">
            <a:extLst>
              <a:ext uri="{FF2B5EF4-FFF2-40B4-BE49-F238E27FC236}">
                <a16:creationId xmlns:a16="http://schemas.microsoft.com/office/drawing/2014/main" id="{6DA9901B-E20E-21F3-1078-CC008FB74755}"/>
              </a:ext>
            </a:extLst>
          </p:cNvPr>
          <p:cNvSpPr>
            <a:spLocks noGrp="1"/>
          </p:cNvSpPr>
          <p:nvPr>
            <p:ph type="sldNum" sz="quarter" idx="12"/>
          </p:nvPr>
        </p:nvSpPr>
        <p:spPr/>
        <p:txBody>
          <a:bodyPr/>
          <a:lstStyle>
            <a:lvl1pPr>
              <a:defRPr/>
            </a:lvl1pPr>
          </a:lstStyle>
          <a:p>
            <a:fld id="{868F73F2-B540-420F-A518-760A3AB179E1}" type="slidenum">
              <a:rPr lang="en-US" altLang="en-US"/>
              <a:pPr/>
              <a:t>‹#›</a:t>
            </a:fld>
            <a:endParaRPr lang="en-US" altLang="en-US"/>
          </a:p>
        </p:txBody>
      </p:sp>
    </p:spTree>
    <p:extLst>
      <p:ext uri="{BB962C8B-B14F-4D97-AF65-F5344CB8AC3E}">
        <p14:creationId xmlns:p14="http://schemas.microsoft.com/office/powerpoint/2010/main" val="3906027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1FDF62D-DA95-1294-0F02-E95299524605}"/>
              </a:ext>
            </a:extLst>
          </p:cNvPr>
          <p:cNvSpPr/>
          <p:nvPr/>
        </p:nvSpPr>
        <p:spPr>
          <a:xfrm>
            <a:off x="5057775" y="1057275"/>
            <a:ext cx="3748088" cy="9525"/>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4963136" y="304800"/>
            <a:ext cx="3931920" cy="762000"/>
          </a:xfrm>
        </p:spPr>
        <p:txBody>
          <a:bodyPr/>
          <a:lstStyle>
            <a:lvl1pPr marL="0" algn="r">
              <a:buNone/>
              <a:defRPr sz="2000" b="1"/>
            </a:lvl1pPr>
            <a:extLst/>
          </a:lstStyle>
          <a:p>
            <a:r>
              <a:rPr lang="en-US"/>
              <a:t>Click to edit Master title style</a:t>
            </a:r>
          </a:p>
        </p:txBody>
      </p:sp>
      <p:sp>
        <p:nvSpPr>
          <p:cNvPr id="3" name="Text Placeholder 2"/>
          <p:cNvSpPr>
            <a:spLocks noGrp="1"/>
          </p:cNvSpPr>
          <p:nvPr>
            <p:ph type="body" idx="2"/>
          </p:nvPr>
        </p:nvSpPr>
        <p:spPr>
          <a:xfrm>
            <a:off x="4963136" y="1107560"/>
            <a:ext cx="3931920" cy="1066800"/>
          </a:xfrm>
        </p:spPr>
        <p:txBody>
          <a:bodyPr/>
          <a:lstStyle>
            <a:lvl1pPr marL="0" indent="0" algn="r">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228600" y="2209800"/>
            <a:ext cx="8666456" cy="3977640"/>
          </a:xfrm>
        </p:spPr>
        <p:txBody>
          <a:bodyPr/>
          <a:lstStyle>
            <a:lvl1pPr marL="292608">
              <a:defRPr sz="3200"/>
            </a:lvl1pPr>
            <a:lvl2pPr marL="594360">
              <a:defRPr sz="2800"/>
            </a:lvl2pPr>
            <a:lvl3pPr marL="822960">
              <a:defRPr sz="2400"/>
            </a:lvl3pPr>
            <a:lvl4pPr marL="1051560">
              <a:defRPr sz="2000"/>
            </a:lvl4pPr>
            <a:lvl5pPr marL="1261872">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8">
            <a:extLst>
              <a:ext uri="{FF2B5EF4-FFF2-40B4-BE49-F238E27FC236}">
                <a16:creationId xmlns:a16="http://schemas.microsoft.com/office/drawing/2014/main" id="{DDC6E00B-0D94-F8FC-DD66-A0F41E891258}"/>
              </a:ext>
            </a:extLst>
          </p:cNvPr>
          <p:cNvSpPr>
            <a:spLocks noGrp="1"/>
          </p:cNvSpPr>
          <p:nvPr>
            <p:ph type="dt" sz="half" idx="10"/>
          </p:nvPr>
        </p:nvSpPr>
        <p:spPr>
          <a:xfrm>
            <a:off x="5562600" y="6513513"/>
            <a:ext cx="3001963" cy="274637"/>
          </a:xfrm>
        </p:spPr>
        <p:txBody>
          <a:bodyPr vert="horz" rtlCol="0"/>
          <a:lstStyle>
            <a:lvl1pPr>
              <a:defRPr/>
            </a:lvl1pPr>
          </a:lstStyle>
          <a:p>
            <a:pPr>
              <a:defRPr/>
            </a:pPr>
            <a:fld id="{39998F9A-0192-4F7C-B9E3-B3EC16BE6994}" type="datetimeFigureOut">
              <a:rPr lang="en-US"/>
              <a:pPr>
                <a:defRPr/>
              </a:pPr>
              <a:t>2025-11-11</a:t>
            </a:fld>
            <a:endParaRPr lang="en-US"/>
          </a:p>
        </p:txBody>
      </p:sp>
      <p:sp>
        <p:nvSpPr>
          <p:cNvPr id="7" name="Slide Number Placeholder 9">
            <a:extLst>
              <a:ext uri="{FF2B5EF4-FFF2-40B4-BE49-F238E27FC236}">
                <a16:creationId xmlns:a16="http://schemas.microsoft.com/office/drawing/2014/main" id="{FFA77CDE-20CA-63E0-3351-DE90F4E9B1CF}"/>
              </a:ext>
            </a:extLst>
          </p:cNvPr>
          <p:cNvSpPr>
            <a:spLocks noGrp="1"/>
          </p:cNvSpPr>
          <p:nvPr>
            <p:ph type="sldNum" sz="quarter" idx="11"/>
          </p:nvPr>
        </p:nvSpPr>
        <p:spPr>
          <a:xfrm>
            <a:off x="8639175" y="6513513"/>
            <a:ext cx="463550" cy="274637"/>
          </a:xfrm>
        </p:spPr>
        <p:txBody>
          <a:bodyPr/>
          <a:lstStyle>
            <a:lvl1pPr>
              <a:defRPr/>
            </a:lvl1pPr>
          </a:lstStyle>
          <a:p>
            <a:fld id="{9824DE72-BC60-4638-B96C-7DFEDCFBD119}" type="slidenum">
              <a:rPr lang="en-US" altLang="en-US"/>
              <a:pPr/>
              <a:t>‹#›</a:t>
            </a:fld>
            <a:endParaRPr lang="en-US" altLang="en-US"/>
          </a:p>
        </p:txBody>
      </p:sp>
      <p:sp>
        <p:nvSpPr>
          <p:cNvPr id="8" name="Footer Placeholder 10">
            <a:extLst>
              <a:ext uri="{FF2B5EF4-FFF2-40B4-BE49-F238E27FC236}">
                <a16:creationId xmlns:a16="http://schemas.microsoft.com/office/drawing/2014/main" id="{E73CD7A5-797F-0CF7-BF1C-B0545975E7A1}"/>
              </a:ext>
            </a:extLst>
          </p:cNvPr>
          <p:cNvSpPr>
            <a:spLocks noGrp="1"/>
          </p:cNvSpPr>
          <p:nvPr>
            <p:ph type="ftr" sz="quarter" idx="12"/>
          </p:nvPr>
        </p:nvSpPr>
        <p:spPr>
          <a:xfrm>
            <a:off x="1600200" y="6513513"/>
            <a:ext cx="3906838" cy="274637"/>
          </a:xfrm>
        </p:spPr>
        <p:txBody>
          <a:bodyPr vert="horz" rtlCol="0"/>
          <a:lstStyle>
            <a:lvl1pPr>
              <a:defRPr/>
            </a:lvl1pPr>
          </a:lstStyle>
          <a:p>
            <a:pPr>
              <a:defRPr/>
            </a:pPr>
            <a:endParaRPr lang="en-US"/>
          </a:p>
        </p:txBody>
      </p:sp>
    </p:spTree>
    <p:extLst>
      <p:ext uri="{BB962C8B-B14F-4D97-AF65-F5344CB8AC3E}">
        <p14:creationId xmlns:p14="http://schemas.microsoft.com/office/powerpoint/2010/main" val="285620384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0443" y="4724400"/>
            <a:ext cx="5486400" cy="664536"/>
          </a:xfrm>
        </p:spPr>
        <p:txBody>
          <a:bodyPr/>
          <a:lstStyle>
            <a:lvl1pPr marL="0" algn="r">
              <a:buNone/>
              <a:defRPr sz="2000" b="1"/>
            </a:lvl1pPr>
            <a:extLst/>
          </a:lstStyle>
          <a:p>
            <a:r>
              <a:rPr lang="en-US"/>
              <a:t>Click to edit Master title style</a:t>
            </a:r>
          </a:p>
        </p:txBody>
      </p:sp>
      <p:sp>
        <p:nvSpPr>
          <p:cNvPr id="4" name="Text Placeholder 3"/>
          <p:cNvSpPr>
            <a:spLocks noGrp="1"/>
          </p:cNvSpPr>
          <p:nvPr>
            <p:ph type="body" sz="half" idx="2"/>
          </p:nvPr>
        </p:nvSpPr>
        <p:spPr>
          <a:xfrm>
            <a:off x="3040443" y="5388936"/>
            <a:ext cx="5486400" cy="912255"/>
          </a:xfrm>
        </p:spPr>
        <p:txBody>
          <a:bodyPr/>
          <a:lstStyle>
            <a:lvl1pPr marL="0" indent="0" algn="r">
              <a:spcBef>
                <a:spcPts val="0"/>
              </a:spcBef>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13" name="Picture Placeholder 12"/>
          <p:cNvSpPr>
            <a:spLocks noGrp="1"/>
          </p:cNvSpPr>
          <p:nvPr>
            <p:ph type="pic" idx="1"/>
          </p:nvPr>
        </p:nvSpPr>
        <p:spPr>
          <a:xfrm>
            <a:off x="304800" y="249864"/>
            <a:ext cx="8534400" cy="4343400"/>
          </a:xfrm>
          <a:prstGeom prst="round2DiagRect">
            <a:avLst>
              <a:gd name="adj1" fmla="val 11403"/>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ormAutofit/>
          </a:bodyPr>
          <a:lstStyle>
            <a:lvl1pPr indent="0">
              <a:buNone/>
              <a:defRPr sz="3200"/>
            </a:lvl1pPr>
            <a:extLst/>
          </a:lstStyle>
          <a:p>
            <a:pPr lvl="0"/>
            <a:r>
              <a:rPr lang="en-US" noProof="0"/>
              <a:t>Click icon to add picture</a:t>
            </a:r>
            <a:endParaRPr lang="en-US" noProof="0" dirty="0"/>
          </a:p>
        </p:txBody>
      </p:sp>
      <p:sp>
        <p:nvSpPr>
          <p:cNvPr id="3" name="Date Placeholder 7">
            <a:extLst>
              <a:ext uri="{FF2B5EF4-FFF2-40B4-BE49-F238E27FC236}">
                <a16:creationId xmlns:a16="http://schemas.microsoft.com/office/drawing/2014/main" id="{6B27DDA7-82B6-1194-F2C0-67A4A70CF463}"/>
              </a:ext>
            </a:extLst>
          </p:cNvPr>
          <p:cNvSpPr>
            <a:spLocks noGrp="1"/>
          </p:cNvSpPr>
          <p:nvPr>
            <p:ph type="dt" sz="half" idx="10"/>
          </p:nvPr>
        </p:nvSpPr>
        <p:spPr>
          <a:xfrm>
            <a:off x="5562600" y="6508750"/>
            <a:ext cx="3001963" cy="274638"/>
          </a:xfrm>
        </p:spPr>
        <p:txBody>
          <a:bodyPr vert="horz" rtlCol="0"/>
          <a:lstStyle>
            <a:lvl1pPr>
              <a:defRPr/>
            </a:lvl1pPr>
          </a:lstStyle>
          <a:p>
            <a:pPr>
              <a:defRPr/>
            </a:pPr>
            <a:fld id="{AAAEB887-38A9-403A-ADD2-C4CAC8AD75B8}" type="datetimeFigureOut">
              <a:rPr lang="en-US"/>
              <a:pPr>
                <a:defRPr/>
              </a:pPr>
              <a:t>2025-11-11</a:t>
            </a:fld>
            <a:endParaRPr lang="en-US"/>
          </a:p>
        </p:txBody>
      </p:sp>
      <p:sp>
        <p:nvSpPr>
          <p:cNvPr id="5" name="Slide Number Placeholder 8">
            <a:extLst>
              <a:ext uri="{FF2B5EF4-FFF2-40B4-BE49-F238E27FC236}">
                <a16:creationId xmlns:a16="http://schemas.microsoft.com/office/drawing/2014/main" id="{6964837E-5530-5C0D-A955-69AE0022678E}"/>
              </a:ext>
            </a:extLst>
          </p:cNvPr>
          <p:cNvSpPr>
            <a:spLocks noGrp="1"/>
          </p:cNvSpPr>
          <p:nvPr>
            <p:ph type="sldNum" sz="quarter" idx="11"/>
          </p:nvPr>
        </p:nvSpPr>
        <p:spPr>
          <a:xfrm>
            <a:off x="8639175" y="6508750"/>
            <a:ext cx="463550" cy="274638"/>
          </a:xfrm>
        </p:spPr>
        <p:txBody>
          <a:bodyPr/>
          <a:lstStyle>
            <a:lvl1pPr>
              <a:defRPr/>
            </a:lvl1pPr>
          </a:lstStyle>
          <a:p>
            <a:fld id="{0F6ABE09-1D10-4EF4-8B32-9C15E0663FD9}" type="slidenum">
              <a:rPr lang="en-US" altLang="en-US"/>
              <a:pPr/>
              <a:t>‹#›</a:t>
            </a:fld>
            <a:endParaRPr lang="en-US" altLang="en-US"/>
          </a:p>
        </p:txBody>
      </p:sp>
      <p:sp>
        <p:nvSpPr>
          <p:cNvPr id="6" name="Footer Placeholder 9">
            <a:extLst>
              <a:ext uri="{FF2B5EF4-FFF2-40B4-BE49-F238E27FC236}">
                <a16:creationId xmlns:a16="http://schemas.microsoft.com/office/drawing/2014/main" id="{097970EA-F550-BB69-CDA1-CCE4F80D7B24}"/>
              </a:ext>
            </a:extLst>
          </p:cNvPr>
          <p:cNvSpPr>
            <a:spLocks noGrp="1"/>
          </p:cNvSpPr>
          <p:nvPr>
            <p:ph type="ftr" sz="quarter" idx="12"/>
          </p:nvPr>
        </p:nvSpPr>
        <p:spPr>
          <a:xfrm>
            <a:off x="1600200" y="6508750"/>
            <a:ext cx="3906838" cy="274638"/>
          </a:xfrm>
        </p:spPr>
        <p:txBody>
          <a:bodyPr vert="horz" rtlCol="0"/>
          <a:lstStyle>
            <a:lvl1pPr>
              <a:defRPr/>
            </a:lvl1pPr>
          </a:lstStyle>
          <a:p>
            <a:pPr>
              <a:defRPr/>
            </a:pPr>
            <a:endParaRPr lang="en-US"/>
          </a:p>
        </p:txBody>
      </p:sp>
    </p:spTree>
    <p:extLst>
      <p:ext uri="{BB962C8B-B14F-4D97-AF65-F5344CB8AC3E}">
        <p14:creationId xmlns:p14="http://schemas.microsoft.com/office/powerpoint/2010/main" val="3406321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7B3EA28A-3EE1-9119-2C3D-C218C1759F6A}"/>
              </a:ext>
            </a:extLst>
          </p:cNvPr>
          <p:cNvSpPr>
            <a:spLocks noGrp="1"/>
          </p:cNvSpPr>
          <p:nvPr>
            <p:ph type="ftr" sz="quarter" idx="10"/>
          </p:nvPr>
        </p:nvSpPr>
        <p:spPr/>
        <p:txBody>
          <a:bodyPr/>
          <a:lstStyle>
            <a:lvl1pPr>
              <a:defRPr/>
            </a:lvl1pPr>
          </a:lstStyle>
          <a:p>
            <a:pPr>
              <a:defRPr/>
            </a:pPr>
            <a:endParaRPr lang="en-US"/>
          </a:p>
        </p:txBody>
      </p:sp>
      <p:sp>
        <p:nvSpPr>
          <p:cNvPr id="5" name="Date Placeholder 13">
            <a:extLst>
              <a:ext uri="{FF2B5EF4-FFF2-40B4-BE49-F238E27FC236}">
                <a16:creationId xmlns:a16="http://schemas.microsoft.com/office/drawing/2014/main" id="{08AF5826-254C-8FAC-AE9B-10A72361E93A}"/>
              </a:ext>
            </a:extLst>
          </p:cNvPr>
          <p:cNvSpPr>
            <a:spLocks noGrp="1"/>
          </p:cNvSpPr>
          <p:nvPr>
            <p:ph type="dt" sz="half" idx="11"/>
          </p:nvPr>
        </p:nvSpPr>
        <p:spPr/>
        <p:txBody>
          <a:bodyPr/>
          <a:lstStyle>
            <a:lvl1pPr>
              <a:defRPr/>
            </a:lvl1pPr>
          </a:lstStyle>
          <a:p>
            <a:pPr>
              <a:defRPr/>
            </a:pPr>
            <a:fld id="{762C19FF-C93A-42CE-B467-1EC40D7FA336}" type="datetimeFigureOut">
              <a:rPr lang="en-US"/>
              <a:pPr>
                <a:defRPr/>
              </a:pPr>
              <a:t>2025-11-11</a:t>
            </a:fld>
            <a:endParaRPr lang="en-US"/>
          </a:p>
        </p:txBody>
      </p:sp>
      <p:sp>
        <p:nvSpPr>
          <p:cNvPr id="6" name="Slide Number Placeholder 22">
            <a:extLst>
              <a:ext uri="{FF2B5EF4-FFF2-40B4-BE49-F238E27FC236}">
                <a16:creationId xmlns:a16="http://schemas.microsoft.com/office/drawing/2014/main" id="{AAECC353-41DC-E831-260C-C1160CEBC1BC}"/>
              </a:ext>
            </a:extLst>
          </p:cNvPr>
          <p:cNvSpPr>
            <a:spLocks noGrp="1"/>
          </p:cNvSpPr>
          <p:nvPr>
            <p:ph type="sldNum" sz="quarter" idx="12"/>
          </p:nvPr>
        </p:nvSpPr>
        <p:spPr/>
        <p:txBody>
          <a:bodyPr/>
          <a:lstStyle>
            <a:lvl1pPr>
              <a:defRPr/>
            </a:lvl1pPr>
          </a:lstStyle>
          <a:p>
            <a:fld id="{797B6E3F-CCB3-425C-A82C-62B2D50F6A49}" type="slidenum">
              <a:rPr lang="en-US" altLang="en-US"/>
              <a:pPr/>
              <a:t>‹#›</a:t>
            </a:fld>
            <a:endParaRPr lang="en-US" altLang="en-US"/>
          </a:p>
        </p:txBody>
      </p:sp>
    </p:spTree>
    <p:extLst>
      <p:ext uri="{BB962C8B-B14F-4D97-AF65-F5344CB8AC3E}">
        <p14:creationId xmlns:p14="http://schemas.microsoft.com/office/powerpoint/2010/main" val="3156930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lgn="l">
              <a:defRPr/>
            </a:lvl1pPr>
            <a:extLs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C6C2E53F-23DF-4182-A33E-4D6729575EAE}"/>
              </a:ext>
            </a:extLst>
          </p:cNvPr>
          <p:cNvSpPr>
            <a:spLocks noGrp="1"/>
          </p:cNvSpPr>
          <p:nvPr>
            <p:ph type="ftr" sz="quarter" idx="10"/>
          </p:nvPr>
        </p:nvSpPr>
        <p:spPr/>
        <p:txBody>
          <a:bodyPr/>
          <a:lstStyle>
            <a:lvl1pPr>
              <a:defRPr/>
            </a:lvl1pPr>
          </a:lstStyle>
          <a:p>
            <a:pPr>
              <a:defRPr/>
            </a:pPr>
            <a:endParaRPr lang="en-US"/>
          </a:p>
        </p:txBody>
      </p:sp>
      <p:sp>
        <p:nvSpPr>
          <p:cNvPr id="5" name="Date Placeholder 13">
            <a:extLst>
              <a:ext uri="{FF2B5EF4-FFF2-40B4-BE49-F238E27FC236}">
                <a16:creationId xmlns:a16="http://schemas.microsoft.com/office/drawing/2014/main" id="{FF3B593D-D60C-3D76-7B53-7DDB796A92FD}"/>
              </a:ext>
            </a:extLst>
          </p:cNvPr>
          <p:cNvSpPr>
            <a:spLocks noGrp="1"/>
          </p:cNvSpPr>
          <p:nvPr>
            <p:ph type="dt" sz="half" idx="11"/>
          </p:nvPr>
        </p:nvSpPr>
        <p:spPr/>
        <p:txBody>
          <a:bodyPr/>
          <a:lstStyle>
            <a:lvl1pPr>
              <a:defRPr/>
            </a:lvl1pPr>
          </a:lstStyle>
          <a:p>
            <a:pPr>
              <a:defRPr/>
            </a:pPr>
            <a:fld id="{49A4A0BD-0A74-4CFA-B159-D4600C5E6FD8}" type="datetimeFigureOut">
              <a:rPr lang="en-US"/>
              <a:pPr>
                <a:defRPr/>
              </a:pPr>
              <a:t>2025-11-11</a:t>
            </a:fld>
            <a:endParaRPr lang="en-US"/>
          </a:p>
        </p:txBody>
      </p:sp>
      <p:sp>
        <p:nvSpPr>
          <p:cNvPr id="6" name="Slide Number Placeholder 22">
            <a:extLst>
              <a:ext uri="{FF2B5EF4-FFF2-40B4-BE49-F238E27FC236}">
                <a16:creationId xmlns:a16="http://schemas.microsoft.com/office/drawing/2014/main" id="{181C6837-DAD2-B7E2-CDF6-D3E49814F1F3}"/>
              </a:ext>
            </a:extLst>
          </p:cNvPr>
          <p:cNvSpPr>
            <a:spLocks noGrp="1"/>
          </p:cNvSpPr>
          <p:nvPr>
            <p:ph type="sldNum" sz="quarter" idx="12"/>
          </p:nvPr>
        </p:nvSpPr>
        <p:spPr/>
        <p:txBody>
          <a:bodyPr/>
          <a:lstStyle>
            <a:lvl1pPr>
              <a:defRPr/>
            </a:lvl1pPr>
          </a:lstStyle>
          <a:p>
            <a:fld id="{0616D5B9-E9AA-48E4-98BA-030BF351CB2E}" type="slidenum">
              <a:rPr lang="en-US" altLang="en-US"/>
              <a:pPr/>
              <a:t>‹#›</a:t>
            </a:fld>
            <a:endParaRPr lang="en-US" altLang="en-US"/>
          </a:p>
        </p:txBody>
      </p:sp>
    </p:spTree>
    <p:extLst>
      <p:ext uri="{BB962C8B-B14F-4D97-AF65-F5344CB8AC3E}">
        <p14:creationId xmlns:p14="http://schemas.microsoft.com/office/powerpoint/2010/main" val="1467527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Round Diagonal Corner Rectangle 6">
            <a:extLst>
              <a:ext uri="{FF2B5EF4-FFF2-40B4-BE49-F238E27FC236}">
                <a16:creationId xmlns:a16="http://schemas.microsoft.com/office/drawing/2014/main" id="{91B63E5B-116B-9B7A-0DA0-3C51FE1C94A8}"/>
              </a:ext>
            </a:extLst>
          </p:cNvPr>
          <p:cNvSpPr/>
          <p:nvPr/>
        </p:nvSpPr>
        <p:spPr>
          <a:xfrm>
            <a:off x="164592" y="147085"/>
            <a:ext cx="8810846" cy="6565392"/>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Footer Placeholder 2">
            <a:extLst>
              <a:ext uri="{FF2B5EF4-FFF2-40B4-BE49-F238E27FC236}">
                <a16:creationId xmlns:a16="http://schemas.microsoft.com/office/drawing/2014/main" id="{A590500C-1D28-79F5-8E98-0EB5F80C370C}"/>
              </a:ext>
            </a:extLst>
          </p:cNvPr>
          <p:cNvSpPr>
            <a:spLocks noGrp="1"/>
          </p:cNvSpPr>
          <p:nvPr>
            <p:ph type="ftr" sz="quarter" idx="3"/>
          </p:nvPr>
        </p:nvSpPr>
        <p:spPr>
          <a:xfrm>
            <a:off x="1295400" y="6400800"/>
            <a:ext cx="4211638" cy="274638"/>
          </a:xfrm>
          <a:prstGeom prst="rect">
            <a:avLst/>
          </a:prstGeom>
        </p:spPr>
        <p:txBody>
          <a:bodyPr/>
          <a:lstStyle>
            <a:lvl1pPr algn="r" eaLnBrk="1" fontAlgn="auto" latinLnBrk="0" hangingPunct="1">
              <a:spcBef>
                <a:spcPts val="0"/>
              </a:spcBef>
              <a:spcAft>
                <a:spcPts val="0"/>
              </a:spcAft>
              <a:defRPr kumimoji="0" sz="1300">
                <a:solidFill>
                  <a:schemeClr val="bg2">
                    <a:tint val="60000"/>
                    <a:satMod val="155000"/>
                  </a:schemeClr>
                </a:solidFill>
                <a:latin typeface="+mn-lt"/>
                <a:cs typeface="+mn-cs"/>
              </a:defRPr>
            </a:lvl1pPr>
            <a:extLst/>
          </a:lstStyle>
          <a:p>
            <a:pPr>
              <a:defRPr/>
            </a:pPr>
            <a:endParaRPr lang="en-US"/>
          </a:p>
        </p:txBody>
      </p:sp>
      <p:sp>
        <p:nvSpPr>
          <p:cNvPr id="14" name="Date Placeholder 13">
            <a:extLst>
              <a:ext uri="{FF2B5EF4-FFF2-40B4-BE49-F238E27FC236}">
                <a16:creationId xmlns:a16="http://schemas.microsoft.com/office/drawing/2014/main" id="{C44E5B7E-8CA6-E2CE-7814-5C6CEF0FA08A}"/>
              </a:ext>
            </a:extLst>
          </p:cNvPr>
          <p:cNvSpPr>
            <a:spLocks noGrp="1"/>
          </p:cNvSpPr>
          <p:nvPr>
            <p:ph type="dt" sz="half" idx="2"/>
          </p:nvPr>
        </p:nvSpPr>
        <p:spPr>
          <a:xfrm>
            <a:off x="5562600" y="6400800"/>
            <a:ext cx="3001963" cy="274638"/>
          </a:xfrm>
          <a:prstGeom prst="rect">
            <a:avLst/>
          </a:prstGeom>
        </p:spPr>
        <p:txBody>
          <a:bodyPr/>
          <a:lstStyle>
            <a:lvl1pPr algn="l" eaLnBrk="1" fontAlgn="auto" latinLnBrk="0" hangingPunct="1">
              <a:spcBef>
                <a:spcPts val="0"/>
              </a:spcBef>
              <a:spcAft>
                <a:spcPts val="0"/>
              </a:spcAft>
              <a:defRPr kumimoji="0" sz="1300" smtClean="0">
                <a:solidFill>
                  <a:schemeClr val="bg2">
                    <a:tint val="60000"/>
                    <a:satMod val="155000"/>
                  </a:schemeClr>
                </a:solidFill>
                <a:latin typeface="+mn-lt"/>
                <a:cs typeface="+mn-cs"/>
              </a:defRPr>
            </a:lvl1pPr>
            <a:extLst/>
          </a:lstStyle>
          <a:p>
            <a:pPr>
              <a:defRPr/>
            </a:pPr>
            <a:fld id="{2E76584C-514A-43FB-9790-AA7A1D5D96ED}" type="datetimeFigureOut">
              <a:rPr lang="en-US"/>
              <a:pPr>
                <a:defRPr/>
              </a:pPr>
              <a:t>2025-11-11</a:t>
            </a:fld>
            <a:endParaRPr lang="en-US"/>
          </a:p>
        </p:txBody>
      </p:sp>
      <p:sp>
        <p:nvSpPr>
          <p:cNvPr id="23" name="Slide Number Placeholder 22">
            <a:extLst>
              <a:ext uri="{FF2B5EF4-FFF2-40B4-BE49-F238E27FC236}">
                <a16:creationId xmlns:a16="http://schemas.microsoft.com/office/drawing/2014/main" id="{8F3F3B30-2618-F972-3F66-2E6AE818368C}"/>
              </a:ext>
            </a:extLst>
          </p:cNvPr>
          <p:cNvSpPr>
            <a:spLocks noGrp="1"/>
          </p:cNvSpPr>
          <p:nvPr>
            <p:ph type="sldNum" sz="quarter" idx="4"/>
          </p:nvPr>
        </p:nvSpPr>
        <p:spPr>
          <a:xfrm>
            <a:off x="8639175" y="6515100"/>
            <a:ext cx="463550" cy="273050"/>
          </a:xfrm>
          <a:prstGeom prst="rect">
            <a:avLst/>
          </a:prstGeom>
        </p:spPr>
        <p:txBody>
          <a:bodyPr vert="horz" wrap="square" lIns="91440" tIns="45720" rIns="91440" bIns="45720" numCol="1" anchor="ctr" anchorCtr="0" compatLnSpc="1">
            <a:prstTxWarp prst="textNoShape">
              <a:avLst/>
            </a:prstTxWarp>
          </a:bodyPr>
          <a:lstStyle>
            <a:lvl1pPr algn="r">
              <a:defRPr sz="1600">
                <a:solidFill>
                  <a:srgbClr val="DFE0D4"/>
                </a:solidFill>
                <a:latin typeface="Rockwell" panose="02060603020205020403" pitchFamily="18" charset="0"/>
              </a:defRPr>
            </a:lvl1pPr>
          </a:lstStyle>
          <a:p>
            <a:fld id="{98CAF8AB-D578-429F-926F-996C8E11DE91}" type="slidenum">
              <a:rPr lang="en-US" altLang="en-US"/>
              <a:pPr/>
              <a:t>‹#›</a:t>
            </a:fld>
            <a:endParaRPr lang="en-US" altLang="en-US"/>
          </a:p>
        </p:txBody>
      </p:sp>
      <p:sp>
        <p:nvSpPr>
          <p:cNvPr id="22" name="Title Placeholder 21">
            <a:extLst>
              <a:ext uri="{FF2B5EF4-FFF2-40B4-BE49-F238E27FC236}">
                <a16:creationId xmlns:a16="http://schemas.microsoft.com/office/drawing/2014/main" id="{B92E1DE7-3178-768D-A433-B443EF522DD0}"/>
              </a:ext>
            </a:extLst>
          </p:cNvPr>
          <p:cNvSpPr>
            <a:spLocks noGrp="1"/>
          </p:cNvSpPr>
          <p:nvPr>
            <p:ph type="title"/>
          </p:nvPr>
        </p:nvSpPr>
        <p:spPr>
          <a:xfrm>
            <a:off x="457200" y="254000"/>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p>
            <a:r>
              <a:rPr lang="en-US"/>
              <a:t>Click to edit Master title style</a:t>
            </a:r>
          </a:p>
        </p:txBody>
      </p:sp>
      <p:sp>
        <p:nvSpPr>
          <p:cNvPr id="1033" name="Text Placeholder 12">
            <a:extLst>
              <a:ext uri="{FF2B5EF4-FFF2-40B4-BE49-F238E27FC236}">
                <a16:creationId xmlns:a16="http://schemas.microsoft.com/office/drawing/2014/main" id="{19B43060-D1C5-D7FC-AE9F-F3281829D729}"/>
              </a:ext>
            </a:extLst>
          </p:cNvPr>
          <p:cNvSpPr>
            <a:spLocks noGrp="1"/>
          </p:cNvSpPr>
          <p:nvPr>
            <p:ph type="body" idx="1"/>
          </p:nvPr>
        </p:nvSpPr>
        <p:spPr bwMode="auto">
          <a:xfrm>
            <a:off x="457200" y="16462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dk1" tx1="lt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0" r:id="rId7"/>
    <p:sldLayoutId id="2147483689" r:id="rId8"/>
    <p:sldLayoutId id="2147483690" r:id="rId9"/>
    <p:sldLayoutId id="2147483681" r:id="rId10"/>
    <p:sldLayoutId id="2147483682" r:id="rId11"/>
  </p:sldLayoutIdLst>
  <p:txStyles>
    <p:titleStyle>
      <a:lvl1pPr marL="53975" indent="-53975" algn="r" rtl="0" fontAlgn="base">
        <a:spcBef>
          <a:spcPct val="0"/>
        </a:spcBef>
        <a:spcAft>
          <a:spcPct val="0"/>
        </a:spcAft>
        <a:defRPr sz="4600" kern="1200">
          <a:solidFill>
            <a:srgbClr val="E7EACB"/>
          </a:solidFill>
          <a:effectLst>
            <a:outerShdw blurRad="38100" dist="25500" dir="5400000" algn="tl" rotWithShape="0">
              <a:srgbClr val="000000">
                <a:satMod val="180000"/>
                <a:alpha val="75000"/>
              </a:srgbClr>
            </a:outerShdw>
          </a:effectLst>
          <a:latin typeface="+mj-lt"/>
          <a:ea typeface="+mj-ea"/>
          <a:cs typeface="+mj-cs"/>
        </a:defRPr>
      </a:lvl1pPr>
      <a:lvl2pPr marL="53975" indent="-53975" algn="r" rtl="0" fontAlgn="base">
        <a:spcBef>
          <a:spcPct val="0"/>
        </a:spcBef>
        <a:spcAft>
          <a:spcPct val="0"/>
        </a:spcAft>
        <a:defRPr sz="4600">
          <a:solidFill>
            <a:srgbClr val="E7EACB"/>
          </a:solidFill>
          <a:latin typeface="Rockwell" panose="02060603020205020403" pitchFamily="18" charset="0"/>
        </a:defRPr>
      </a:lvl2pPr>
      <a:lvl3pPr marL="53975" indent="-53975" algn="r" rtl="0" fontAlgn="base">
        <a:spcBef>
          <a:spcPct val="0"/>
        </a:spcBef>
        <a:spcAft>
          <a:spcPct val="0"/>
        </a:spcAft>
        <a:defRPr sz="4600">
          <a:solidFill>
            <a:srgbClr val="E7EACB"/>
          </a:solidFill>
          <a:latin typeface="Rockwell" panose="02060603020205020403" pitchFamily="18" charset="0"/>
        </a:defRPr>
      </a:lvl3pPr>
      <a:lvl4pPr marL="53975" indent="-53975" algn="r" rtl="0" fontAlgn="base">
        <a:spcBef>
          <a:spcPct val="0"/>
        </a:spcBef>
        <a:spcAft>
          <a:spcPct val="0"/>
        </a:spcAft>
        <a:defRPr sz="4600">
          <a:solidFill>
            <a:srgbClr val="E7EACB"/>
          </a:solidFill>
          <a:latin typeface="Rockwell" panose="02060603020205020403" pitchFamily="18" charset="0"/>
        </a:defRPr>
      </a:lvl4pPr>
      <a:lvl5pPr marL="53975" indent="-53975" algn="r" rtl="0" fontAlgn="base">
        <a:spcBef>
          <a:spcPct val="0"/>
        </a:spcBef>
        <a:spcAft>
          <a:spcPct val="0"/>
        </a:spcAft>
        <a:defRPr sz="4600">
          <a:solidFill>
            <a:srgbClr val="E7EACB"/>
          </a:solidFill>
          <a:latin typeface="Rockwell" panose="02060603020205020403" pitchFamily="18" charset="0"/>
        </a:defRPr>
      </a:lvl5pPr>
      <a:lvl6pPr marL="511175" indent="-53975" algn="r" rtl="0" fontAlgn="base">
        <a:spcBef>
          <a:spcPct val="0"/>
        </a:spcBef>
        <a:spcAft>
          <a:spcPct val="0"/>
        </a:spcAft>
        <a:defRPr sz="4600">
          <a:solidFill>
            <a:srgbClr val="E7EACB"/>
          </a:solidFill>
          <a:latin typeface="Rockwell" panose="02060603020205020403" pitchFamily="18" charset="0"/>
        </a:defRPr>
      </a:lvl6pPr>
      <a:lvl7pPr marL="968375" indent="-53975" algn="r" rtl="0" fontAlgn="base">
        <a:spcBef>
          <a:spcPct val="0"/>
        </a:spcBef>
        <a:spcAft>
          <a:spcPct val="0"/>
        </a:spcAft>
        <a:defRPr sz="4600">
          <a:solidFill>
            <a:srgbClr val="E7EACB"/>
          </a:solidFill>
          <a:latin typeface="Rockwell" panose="02060603020205020403" pitchFamily="18" charset="0"/>
        </a:defRPr>
      </a:lvl7pPr>
      <a:lvl8pPr marL="1425575" indent="-53975" algn="r" rtl="0" fontAlgn="base">
        <a:spcBef>
          <a:spcPct val="0"/>
        </a:spcBef>
        <a:spcAft>
          <a:spcPct val="0"/>
        </a:spcAft>
        <a:defRPr sz="4600">
          <a:solidFill>
            <a:srgbClr val="E7EACB"/>
          </a:solidFill>
          <a:latin typeface="Rockwell" panose="02060603020205020403" pitchFamily="18" charset="0"/>
        </a:defRPr>
      </a:lvl8pPr>
      <a:lvl9pPr marL="1882775" indent="-53975" algn="r" rtl="0" fontAlgn="base">
        <a:spcBef>
          <a:spcPct val="0"/>
        </a:spcBef>
        <a:spcAft>
          <a:spcPct val="0"/>
        </a:spcAft>
        <a:defRPr sz="4600">
          <a:solidFill>
            <a:srgbClr val="E7EACB"/>
          </a:solidFill>
          <a:latin typeface="Rockwell" panose="02060603020205020403" pitchFamily="18" charset="0"/>
        </a:defRPr>
      </a:lvl9pPr>
      <a:extLst/>
    </p:titleStyle>
    <p:bodyStyle>
      <a:lvl1pPr marL="292100" indent="-292100" algn="l" rtl="0" fontAlgn="base">
        <a:spcBef>
          <a:spcPct val="0"/>
        </a:spcBef>
        <a:spcAft>
          <a:spcPct val="0"/>
        </a:spcAft>
        <a:buClr>
          <a:schemeClr val="accent1"/>
        </a:buClr>
        <a:buSzPct val="70000"/>
        <a:buFont typeface="Wingdings 2" panose="05020102010507070707" pitchFamily="18" charset="2"/>
        <a:buChar char=""/>
        <a:defRPr sz="3200" kern="1200">
          <a:solidFill>
            <a:schemeClr val="tx1"/>
          </a:solidFill>
          <a:latin typeface="+mn-lt"/>
          <a:ea typeface="+mn-ea"/>
          <a:cs typeface="+mn-cs"/>
        </a:defRPr>
      </a:lvl1pPr>
      <a:lvl2pPr marL="639763" indent="-228600" algn="l" rtl="0" fontAlgn="base">
        <a:spcBef>
          <a:spcPts val="400"/>
        </a:spcBef>
        <a:spcAft>
          <a:spcPct val="0"/>
        </a:spcAft>
        <a:buClr>
          <a:schemeClr val="accent2"/>
        </a:buClr>
        <a:buSzPct val="90000"/>
        <a:buChar char="•"/>
        <a:defRPr sz="2600" kern="1200">
          <a:solidFill>
            <a:schemeClr val="tx1"/>
          </a:solidFill>
          <a:latin typeface="+mn-lt"/>
          <a:ea typeface="+mn-ea"/>
          <a:cs typeface="+mn-cs"/>
        </a:defRPr>
      </a:lvl2pPr>
      <a:lvl3pPr marL="822325" indent="-190500" algn="l" rtl="0" fontAlgn="base">
        <a:spcBef>
          <a:spcPts val="400"/>
        </a:spcBef>
        <a:spcAft>
          <a:spcPct val="0"/>
        </a:spcAft>
        <a:buClr>
          <a:srgbClr val="A8CDD7"/>
        </a:buClr>
        <a:buSzPct val="100000"/>
        <a:buFont typeface="Wingdings 2" panose="05020102010507070707" pitchFamily="18" charset="2"/>
        <a:buChar char=""/>
        <a:defRPr sz="2300" kern="1200">
          <a:solidFill>
            <a:schemeClr val="tx1"/>
          </a:solidFill>
          <a:latin typeface="+mn-lt"/>
          <a:ea typeface="+mn-ea"/>
          <a:cs typeface="+mn-cs"/>
        </a:defRPr>
      </a:lvl3pPr>
      <a:lvl4pPr marL="1004888" indent="-182563" algn="l" rtl="0" fontAlgn="base">
        <a:spcBef>
          <a:spcPts val="400"/>
        </a:spcBef>
        <a:spcAft>
          <a:spcPct val="0"/>
        </a:spcAft>
        <a:buClr>
          <a:srgbClr val="A8CDD7"/>
        </a:buClr>
        <a:buSzPct val="100000"/>
        <a:buFont typeface="Wingdings 2" panose="05020102010507070707" pitchFamily="18" charset="2"/>
        <a:buChar char=""/>
        <a:defRPr sz="2000" kern="1200">
          <a:solidFill>
            <a:schemeClr val="tx1"/>
          </a:solidFill>
          <a:latin typeface="+mn-lt"/>
          <a:ea typeface="+mn-ea"/>
          <a:cs typeface="+mn-cs"/>
        </a:defRPr>
      </a:lvl4pPr>
      <a:lvl5pPr marL="1187450" indent="-182563" algn="l" rtl="0" fontAlgn="base">
        <a:spcBef>
          <a:spcPts val="400"/>
        </a:spcBef>
        <a:spcAft>
          <a:spcPct val="0"/>
        </a:spcAft>
        <a:buClr>
          <a:srgbClr val="A8CDD7"/>
        </a:buClr>
        <a:buSzPct val="100000"/>
        <a:buFont typeface="Wingdings 2" panose="05020102010507070707" pitchFamily="18" charset="2"/>
        <a:buChar char=""/>
        <a:defRPr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41BF9-14B2-2484-A938-0C89C3A4FB33}"/>
              </a:ext>
            </a:extLst>
          </p:cNvPr>
          <p:cNvSpPr>
            <a:spLocks noGrp="1"/>
          </p:cNvSpPr>
          <p:nvPr>
            <p:ph type="ctrTitle"/>
          </p:nvPr>
        </p:nvSpPr>
        <p:spPr/>
        <p:txBody>
          <a:bodyPr/>
          <a:lstStyle/>
          <a:p>
            <a:pPr indent="0" fontAlgn="auto">
              <a:spcAft>
                <a:spcPts val="0"/>
              </a:spcAft>
              <a:defRPr/>
            </a:pPr>
            <a:r>
              <a:rPr lang="en-US" dirty="0" err="1">
                <a:solidFill>
                  <a:schemeClr val="tx2">
                    <a:tint val="100000"/>
                    <a:shade val="90000"/>
                    <a:satMod val="250000"/>
                    <a:alpha val="100000"/>
                  </a:schemeClr>
                </a:solidFill>
              </a:rPr>
              <a:t>SoSE</a:t>
            </a:r>
            <a:r>
              <a:rPr lang="en-US" dirty="0">
                <a:solidFill>
                  <a:schemeClr val="tx2">
                    <a:tint val="100000"/>
                    <a:shade val="90000"/>
                    <a:satMod val="250000"/>
                    <a:alpha val="100000"/>
                  </a:schemeClr>
                </a:solidFill>
              </a:rPr>
              <a:t> Edition</a:t>
            </a:r>
          </a:p>
        </p:txBody>
      </p:sp>
      <p:sp>
        <p:nvSpPr>
          <p:cNvPr id="10243" name="Subtitle 2">
            <a:extLst>
              <a:ext uri="{FF2B5EF4-FFF2-40B4-BE49-F238E27FC236}">
                <a16:creationId xmlns:a16="http://schemas.microsoft.com/office/drawing/2014/main" id="{473831F8-97E3-C5AB-562C-D390BB020897}"/>
              </a:ext>
            </a:extLst>
          </p:cNvPr>
          <p:cNvSpPr>
            <a:spLocks noGrp="1"/>
          </p:cNvSpPr>
          <p:nvPr>
            <p:ph type="subTitle" idx="1"/>
          </p:nvPr>
        </p:nvSpPr>
        <p:spPr>
          <a:xfrm>
            <a:off x="2133600" y="2819400"/>
            <a:ext cx="6559550" cy="1752600"/>
          </a:xfrm>
        </p:spPr>
        <p:txBody>
          <a:bodyPr/>
          <a:lstStyle/>
          <a:p>
            <a:pPr>
              <a:spcBef>
                <a:spcPct val="0"/>
              </a:spcBef>
            </a:pPr>
            <a:r>
              <a:rPr lang="en-US" altLang="en-US"/>
              <a:t>Concept for SoSE’s project</a:t>
            </a:r>
          </a:p>
        </p:txBody>
      </p:sp>
      <p:pic>
        <p:nvPicPr>
          <p:cNvPr id="10244" name="Picture 1">
            <a:extLst>
              <a:ext uri="{FF2B5EF4-FFF2-40B4-BE49-F238E27FC236}">
                <a16:creationId xmlns:a16="http://schemas.microsoft.com/office/drawing/2014/main" id="{474D89C8-678E-CCDC-7668-9BFFA66F8A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04800"/>
            <a:ext cx="4572000" cy="130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D524D-6099-161B-4A08-97F92087739E}"/>
              </a:ext>
            </a:extLst>
          </p:cNvPr>
          <p:cNvSpPr>
            <a:spLocks noGrp="1"/>
          </p:cNvSpPr>
          <p:nvPr>
            <p:ph type="title"/>
          </p:nvPr>
        </p:nvSpPr>
        <p:spPr>
          <a:xfrm>
            <a:off x="457200" y="253536"/>
            <a:ext cx="8229600" cy="1143000"/>
          </a:xfrm>
        </p:spPr>
        <p:txBody>
          <a:bodyPr/>
          <a:lstStyle/>
          <a:p>
            <a:pPr marL="54864" indent="0" fontAlgn="auto">
              <a:spcAft>
                <a:spcPts val="0"/>
              </a:spcAft>
              <a:defRPr/>
            </a:pPr>
            <a:r>
              <a:rPr lang="en-US" dirty="0">
                <a:solidFill>
                  <a:schemeClr val="tx2">
                    <a:tint val="100000"/>
                    <a:shade val="90000"/>
                    <a:satMod val="250000"/>
                    <a:alpha val="100000"/>
                  </a:schemeClr>
                </a:solidFill>
              </a:rPr>
              <a:t>What Is It?</a:t>
            </a:r>
          </a:p>
        </p:txBody>
      </p:sp>
      <p:sp>
        <p:nvSpPr>
          <p:cNvPr id="11267" name="Content Placeholder 2">
            <a:extLst>
              <a:ext uri="{FF2B5EF4-FFF2-40B4-BE49-F238E27FC236}">
                <a16:creationId xmlns:a16="http://schemas.microsoft.com/office/drawing/2014/main" id="{EAD7289D-8BE2-290B-53DB-8C85267E7E40}"/>
              </a:ext>
            </a:extLst>
          </p:cNvPr>
          <p:cNvSpPr>
            <a:spLocks noGrp="1"/>
          </p:cNvSpPr>
          <p:nvPr>
            <p:ph idx="1"/>
          </p:nvPr>
        </p:nvSpPr>
        <p:spPr/>
        <p:txBody>
          <a:bodyPr/>
          <a:lstStyle/>
          <a:p>
            <a:r>
              <a:rPr lang="en-US" altLang="en-US"/>
              <a:t>Like the first Vtanks game prepared by Andy as our Sandbox game, the game will be 2d, and will be viewed in a top-down style. It will, obviously involve tanks.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731E5-0E1E-72A0-3B66-9ACCA3875701}"/>
              </a:ext>
            </a:extLst>
          </p:cNvPr>
          <p:cNvSpPr>
            <a:spLocks noGrp="1"/>
          </p:cNvSpPr>
          <p:nvPr>
            <p:ph type="title"/>
          </p:nvPr>
        </p:nvSpPr>
        <p:spPr>
          <a:xfrm>
            <a:off x="457200" y="253536"/>
            <a:ext cx="8229600" cy="1143000"/>
          </a:xfrm>
        </p:spPr>
        <p:txBody>
          <a:bodyPr/>
          <a:lstStyle/>
          <a:p>
            <a:pPr marL="54864" indent="0" fontAlgn="auto">
              <a:spcAft>
                <a:spcPts val="0"/>
              </a:spcAft>
              <a:defRPr/>
            </a:pPr>
            <a:r>
              <a:rPr lang="en-US" dirty="0" err="1">
                <a:solidFill>
                  <a:schemeClr val="tx2">
                    <a:tint val="100000"/>
                    <a:shade val="90000"/>
                    <a:satMod val="250000"/>
                    <a:alpha val="100000"/>
                  </a:schemeClr>
                </a:solidFill>
              </a:rPr>
              <a:t>Movment</a:t>
            </a:r>
            <a:endParaRPr lang="en-US" dirty="0">
              <a:solidFill>
                <a:schemeClr val="tx2">
                  <a:tint val="100000"/>
                  <a:shade val="90000"/>
                  <a:satMod val="250000"/>
                  <a:alpha val="100000"/>
                </a:schemeClr>
              </a:solidFill>
            </a:endParaRPr>
          </a:p>
        </p:txBody>
      </p:sp>
      <p:sp>
        <p:nvSpPr>
          <p:cNvPr id="12291" name="Content Placeholder 2">
            <a:extLst>
              <a:ext uri="{FF2B5EF4-FFF2-40B4-BE49-F238E27FC236}">
                <a16:creationId xmlns:a16="http://schemas.microsoft.com/office/drawing/2014/main" id="{8662718B-52D1-9744-C405-53047EE1F8A6}"/>
              </a:ext>
            </a:extLst>
          </p:cNvPr>
          <p:cNvSpPr>
            <a:spLocks noGrp="1"/>
          </p:cNvSpPr>
          <p:nvPr>
            <p:ph idx="1"/>
          </p:nvPr>
        </p:nvSpPr>
        <p:spPr>
          <a:xfrm>
            <a:off x="457200" y="1676400"/>
            <a:ext cx="8229600" cy="4525963"/>
          </a:xfrm>
        </p:spPr>
        <p:txBody>
          <a:bodyPr/>
          <a:lstStyle/>
          <a:p>
            <a:pPr>
              <a:buFont typeface="Wingdings 2" panose="05020102010507070707" pitchFamily="18" charset="2"/>
              <a:buNone/>
            </a:pPr>
            <a:r>
              <a:rPr lang="en-US" altLang="en-US"/>
              <a:t>Movement will be simple, </a:t>
            </a:r>
          </a:p>
          <a:p>
            <a:pPr>
              <a:buFont typeface="Wingdings 2" panose="05020102010507070707" pitchFamily="18" charset="2"/>
              <a:buNone/>
            </a:pPr>
            <a:r>
              <a:rPr lang="en-US" altLang="en-US"/>
              <a:t>[W] will drive forward</a:t>
            </a:r>
          </a:p>
          <a:p>
            <a:pPr>
              <a:buFont typeface="Wingdings 2" panose="05020102010507070707" pitchFamily="18" charset="2"/>
              <a:buNone/>
            </a:pPr>
            <a:r>
              <a:rPr lang="en-US" altLang="en-US"/>
              <a:t>[S] will go in reverse</a:t>
            </a:r>
          </a:p>
          <a:p>
            <a:pPr>
              <a:buFont typeface="Wingdings 2" panose="05020102010507070707" pitchFamily="18" charset="2"/>
              <a:buNone/>
            </a:pPr>
            <a:r>
              <a:rPr lang="en-US" altLang="en-US"/>
              <a:t>[A] and [D] will rotate you</a:t>
            </a:r>
          </a:p>
          <a:p>
            <a:pPr>
              <a:buFont typeface="Wingdings 2" panose="05020102010507070707" pitchFamily="18" charset="2"/>
              <a:buNone/>
            </a:pPr>
            <a:r>
              <a:rPr lang="en-US" altLang="en-US"/>
              <a:t>	in the appropriate direction.</a:t>
            </a:r>
          </a:p>
          <a:p>
            <a:pPr>
              <a:buFont typeface="Wingdings 2" panose="05020102010507070707" pitchFamily="18" charset="2"/>
              <a:buNone/>
            </a:pPr>
            <a:endParaRPr lang="en-US" altLang="en-US"/>
          </a:p>
          <a:p>
            <a:pPr>
              <a:buFont typeface="Wingdings 2" panose="05020102010507070707" pitchFamily="18" charset="2"/>
              <a:buNone/>
            </a:pPr>
            <a:r>
              <a:rPr lang="en-US" altLang="en-US"/>
              <a:t>The turret is aimed with the </a:t>
            </a:r>
          </a:p>
          <a:p>
            <a:pPr>
              <a:buFont typeface="Wingdings 2" panose="05020102010507070707" pitchFamily="18" charset="2"/>
              <a:buNone/>
            </a:pPr>
            <a:r>
              <a:rPr lang="en-US" altLang="en-US"/>
              <a:t>mouse, and fired with a [Click]</a:t>
            </a:r>
          </a:p>
          <a:p>
            <a:endParaRPr lang="en-US" altLang="en-US"/>
          </a:p>
        </p:txBody>
      </p:sp>
      <p:pic>
        <p:nvPicPr>
          <p:cNvPr id="12292" name="Picture 4" descr="C:\Users\Ducky\AppData\Local\Microsoft\Windows\Temporary Internet Files\Content.IE5\XXFLAXC1\CAI27OCD.gif">
            <a:extLst>
              <a:ext uri="{FF2B5EF4-FFF2-40B4-BE49-F238E27FC236}">
                <a16:creationId xmlns:a16="http://schemas.microsoft.com/office/drawing/2014/main" id="{BCBB54E0-0F31-CC15-0442-3264E757F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1600200"/>
            <a:ext cx="2133600" cy="495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1AFC5-7DB6-F7B1-32EE-C77F6D9FFA15}"/>
              </a:ext>
            </a:extLst>
          </p:cNvPr>
          <p:cNvSpPr>
            <a:spLocks noGrp="1"/>
          </p:cNvSpPr>
          <p:nvPr>
            <p:ph type="title"/>
          </p:nvPr>
        </p:nvSpPr>
        <p:spPr>
          <a:xfrm>
            <a:off x="457200" y="253536"/>
            <a:ext cx="8229600" cy="1143000"/>
          </a:xfrm>
        </p:spPr>
        <p:txBody>
          <a:bodyPr/>
          <a:lstStyle/>
          <a:p>
            <a:pPr marL="54864" indent="0" fontAlgn="auto">
              <a:spcAft>
                <a:spcPts val="0"/>
              </a:spcAft>
              <a:defRPr/>
            </a:pPr>
            <a:r>
              <a:rPr lang="en-US" dirty="0">
                <a:solidFill>
                  <a:schemeClr val="tx2">
                    <a:tint val="100000"/>
                    <a:shade val="90000"/>
                    <a:satMod val="250000"/>
                    <a:alpha val="100000"/>
                  </a:schemeClr>
                </a:solidFill>
              </a:rPr>
              <a:t>Users</a:t>
            </a:r>
          </a:p>
        </p:txBody>
      </p:sp>
      <p:sp>
        <p:nvSpPr>
          <p:cNvPr id="13315" name="Content Placeholder 2">
            <a:extLst>
              <a:ext uri="{FF2B5EF4-FFF2-40B4-BE49-F238E27FC236}">
                <a16:creationId xmlns:a16="http://schemas.microsoft.com/office/drawing/2014/main" id="{3B9AE7BC-8171-5718-FB23-0D1FE9640E28}"/>
              </a:ext>
            </a:extLst>
          </p:cNvPr>
          <p:cNvSpPr>
            <a:spLocks noGrp="1"/>
          </p:cNvSpPr>
          <p:nvPr>
            <p:ph idx="1"/>
          </p:nvPr>
        </p:nvSpPr>
        <p:spPr/>
        <p:txBody>
          <a:bodyPr/>
          <a:lstStyle/>
          <a:p>
            <a:r>
              <a:rPr lang="en-US" altLang="en-US"/>
              <a:t>Each player will sign up for an account on the Vtank server, their login will keep track of their stats, playtime, and their tank presets so they can jump right in and play when they are ready.</a:t>
            </a:r>
          </a:p>
          <a:p>
            <a:r>
              <a:rPr lang="en-US" altLang="en-US"/>
              <a:t>After logging in, the user joins the current game running on the server.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55E63-6648-BA62-0E1A-AC3DD53201F1}"/>
              </a:ext>
            </a:extLst>
          </p:cNvPr>
          <p:cNvSpPr>
            <a:spLocks noGrp="1"/>
          </p:cNvSpPr>
          <p:nvPr>
            <p:ph type="title"/>
          </p:nvPr>
        </p:nvSpPr>
        <p:spPr>
          <a:xfrm>
            <a:off x="457200" y="253536"/>
            <a:ext cx="8229600" cy="1143000"/>
          </a:xfrm>
        </p:spPr>
        <p:txBody>
          <a:bodyPr/>
          <a:lstStyle/>
          <a:p>
            <a:pPr marL="54864" indent="0" fontAlgn="auto">
              <a:spcAft>
                <a:spcPts val="0"/>
              </a:spcAft>
              <a:defRPr/>
            </a:pPr>
            <a:r>
              <a:rPr lang="en-US" dirty="0" err="1">
                <a:solidFill>
                  <a:schemeClr val="tx2">
                    <a:tint val="100000"/>
                    <a:shade val="90000"/>
                    <a:satMod val="250000"/>
                    <a:alpha val="100000"/>
                  </a:schemeClr>
                </a:solidFill>
              </a:rPr>
              <a:t>Gameplay</a:t>
            </a:r>
            <a:endParaRPr lang="en-US" dirty="0">
              <a:solidFill>
                <a:schemeClr val="tx2">
                  <a:tint val="100000"/>
                  <a:shade val="90000"/>
                  <a:satMod val="250000"/>
                  <a:alpha val="100000"/>
                </a:schemeClr>
              </a:solidFill>
            </a:endParaRPr>
          </a:p>
        </p:txBody>
      </p:sp>
      <p:sp>
        <p:nvSpPr>
          <p:cNvPr id="3" name="Content Placeholder 2">
            <a:extLst>
              <a:ext uri="{FF2B5EF4-FFF2-40B4-BE49-F238E27FC236}">
                <a16:creationId xmlns:a16="http://schemas.microsoft.com/office/drawing/2014/main" id="{3B2C456F-B138-3E08-6AD5-D3B5F1263D2F}"/>
              </a:ext>
            </a:extLst>
          </p:cNvPr>
          <p:cNvSpPr>
            <a:spLocks noGrp="1"/>
          </p:cNvSpPr>
          <p:nvPr>
            <p:ph idx="1"/>
          </p:nvPr>
        </p:nvSpPr>
        <p:spPr/>
        <p:txBody>
          <a:bodyPr>
            <a:normAutofit lnSpcReduction="10000"/>
          </a:bodyPr>
          <a:lstStyle/>
          <a:p>
            <a:pPr fontAlgn="auto">
              <a:spcBef>
                <a:spcPts val="0"/>
              </a:spcBef>
              <a:spcAft>
                <a:spcPts val="0"/>
              </a:spcAft>
              <a:buFont typeface="Wingdings 2"/>
              <a:buChar char=""/>
              <a:defRPr/>
            </a:pPr>
            <a:r>
              <a:rPr lang="en-US" dirty="0"/>
              <a:t>The game server will be running on a 20:00 minute map/</a:t>
            </a:r>
            <a:r>
              <a:rPr lang="en-US" dirty="0" err="1"/>
              <a:t>gameplay</a:t>
            </a:r>
            <a:r>
              <a:rPr lang="en-US" dirty="0"/>
              <a:t> cycle</a:t>
            </a:r>
          </a:p>
          <a:p>
            <a:pPr fontAlgn="auto">
              <a:spcBef>
                <a:spcPts val="0"/>
              </a:spcBef>
              <a:spcAft>
                <a:spcPts val="0"/>
              </a:spcAft>
              <a:buFont typeface="Wingdings 2"/>
              <a:buChar char=""/>
              <a:defRPr/>
            </a:pPr>
            <a:r>
              <a:rPr lang="en-US" dirty="0"/>
              <a:t>Each map will have a different objective, or </a:t>
            </a:r>
            <a:r>
              <a:rPr lang="en-US" dirty="0" err="1"/>
              <a:t>gameplay</a:t>
            </a:r>
            <a:r>
              <a:rPr lang="en-US" dirty="0"/>
              <a:t> mode.</a:t>
            </a:r>
          </a:p>
          <a:p>
            <a:pPr fontAlgn="auto">
              <a:spcBef>
                <a:spcPts val="0"/>
              </a:spcBef>
              <a:spcAft>
                <a:spcPts val="0"/>
              </a:spcAft>
              <a:buFont typeface="Wingdings 2"/>
              <a:buChar char=""/>
              <a:defRPr/>
            </a:pPr>
            <a:endParaRPr lang="en-US" dirty="0"/>
          </a:p>
          <a:p>
            <a:pPr fontAlgn="auto">
              <a:spcBef>
                <a:spcPts val="0"/>
              </a:spcBef>
              <a:spcAft>
                <a:spcPts val="0"/>
              </a:spcAft>
              <a:buFont typeface="Wingdings 2"/>
              <a:buNone/>
              <a:defRPr/>
            </a:pPr>
            <a:r>
              <a:rPr lang="en-US" dirty="0"/>
              <a:t>1. </a:t>
            </a:r>
            <a:r>
              <a:rPr lang="en-US" dirty="0" err="1"/>
              <a:t>Deathmatch</a:t>
            </a:r>
            <a:r>
              <a:rPr lang="en-US" dirty="0"/>
              <a:t> – Kill Everyone</a:t>
            </a:r>
          </a:p>
          <a:p>
            <a:pPr marL="514350" indent="-514350" fontAlgn="auto">
              <a:spcBef>
                <a:spcPts val="0"/>
              </a:spcBef>
              <a:spcAft>
                <a:spcPts val="0"/>
              </a:spcAft>
              <a:buFont typeface="Wingdings 2"/>
              <a:buNone/>
              <a:defRPr/>
            </a:pPr>
            <a:r>
              <a:rPr lang="en-US" dirty="0"/>
              <a:t>2. Mutant – One player is the mutant, and everyone tries to kill them to become the mutant themselves – the mutant gets upgrades such as speed, and firepower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5DA05-EC34-42C9-3782-08F5CFEA3215}"/>
              </a:ext>
            </a:extLst>
          </p:cNvPr>
          <p:cNvSpPr>
            <a:spLocks noGrp="1"/>
          </p:cNvSpPr>
          <p:nvPr>
            <p:ph type="title"/>
          </p:nvPr>
        </p:nvSpPr>
        <p:spPr>
          <a:xfrm>
            <a:off x="457200" y="253536"/>
            <a:ext cx="8229600" cy="1143000"/>
          </a:xfrm>
        </p:spPr>
        <p:txBody>
          <a:bodyPr/>
          <a:lstStyle/>
          <a:p>
            <a:pPr marL="54864" indent="0" fontAlgn="auto">
              <a:spcAft>
                <a:spcPts val="0"/>
              </a:spcAft>
              <a:defRPr/>
            </a:pPr>
            <a:r>
              <a:rPr lang="en-US" dirty="0" err="1">
                <a:solidFill>
                  <a:schemeClr val="tx2">
                    <a:tint val="100000"/>
                    <a:shade val="90000"/>
                    <a:satMod val="250000"/>
                    <a:alpha val="100000"/>
                  </a:schemeClr>
                </a:solidFill>
              </a:rPr>
              <a:t>Gameplay</a:t>
            </a:r>
            <a:r>
              <a:rPr lang="en-US" dirty="0">
                <a:solidFill>
                  <a:schemeClr val="tx2">
                    <a:tint val="100000"/>
                    <a:shade val="90000"/>
                    <a:satMod val="250000"/>
                    <a:alpha val="100000"/>
                  </a:schemeClr>
                </a:solidFill>
              </a:rPr>
              <a:t> – cont.</a:t>
            </a:r>
          </a:p>
        </p:txBody>
      </p:sp>
      <p:sp>
        <p:nvSpPr>
          <p:cNvPr id="3" name="Content Placeholder 2">
            <a:extLst>
              <a:ext uri="{FF2B5EF4-FFF2-40B4-BE49-F238E27FC236}">
                <a16:creationId xmlns:a16="http://schemas.microsoft.com/office/drawing/2014/main" id="{4A62821B-595B-2AD5-D147-1E01B6E5F705}"/>
              </a:ext>
            </a:extLst>
          </p:cNvPr>
          <p:cNvSpPr>
            <a:spLocks noGrp="1"/>
          </p:cNvSpPr>
          <p:nvPr>
            <p:ph idx="1"/>
          </p:nvPr>
        </p:nvSpPr>
        <p:spPr/>
        <p:txBody>
          <a:bodyPr>
            <a:normAutofit/>
          </a:bodyPr>
          <a:lstStyle/>
          <a:p>
            <a:pPr marL="514350" indent="-514350" fontAlgn="auto">
              <a:spcBef>
                <a:spcPts val="0"/>
              </a:spcBef>
              <a:spcAft>
                <a:spcPts val="0"/>
              </a:spcAft>
              <a:buFont typeface="Wingdings 2"/>
              <a:buNone/>
              <a:defRPr/>
            </a:pPr>
            <a:r>
              <a:rPr lang="en-US" dirty="0"/>
              <a:t>3. Hold The Fort – Players defend a node from waves of computer tanks of increasing difficulty</a:t>
            </a:r>
          </a:p>
          <a:p>
            <a:pPr marL="514350" indent="-514350" fontAlgn="auto">
              <a:spcBef>
                <a:spcPts val="0"/>
              </a:spcBef>
              <a:spcAft>
                <a:spcPts val="0"/>
              </a:spcAft>
              <a:buFont typeface="Wingdings 2"/>
              <a:buNone/>
              <a:defRPr/>
            </a:pPr>
            <a:r>
              <a:rPr lang="en-US" dirty="0"/>
              <a:t>4. Nodes – Two teams try to control all of the nodes on a map</a:t>
            </a:r>
          </a:p>
          <a:p>
            <a:pPr fontAlgn="auto">
              <a:spcBef>
                <a:spcPts val="0"/>
              </a:spcBef>
              <a:spcAft>
                <a:spcPts val="0"/>
              </a:spcAft>
              <a:buFont typeface="Wingdings 2"/>
              <a:buNone/>
              <a:defRPr/>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5FDB-F664-BEBE-2318-B3E3BA60DC0D}"/>
              </a:ext>
            </a:extLst>
          </p:cNvPr>
          <p:cNvSpPr>
            <a:spLocks noGrp="1"/>
          </p:cNvSpPr>
          <p:nvPr>
            <p:ph type="title"/>
          </p:nvPr>
        </p:nvSpPr>
        <p:spPr>
          <a:xfrm>
            <a:off x="457200" y="253536"/>
            <a:ext cx="8229600" cy="1143000"/>
          </a:xfrm>
        </p:spPr>
        <p:txBody>
          <a:bodyPr/>
          <a:lstStyle/>
          <a:p>
            <a:pPr marL="54864" indent="0" fontAlgn="auto">
              <a:spcAft>
                <a:spcPts val="0"/>
              </a:spcAft>
              <a:defRPr/>
            </a:pPr>
            <a:r>
              <a:rPr lang="en-US" dirty="0">
                <a:solidFill>
                  <a:schemeClr val="tx2">
                    <a:tint val="100000"/>
                    <a:shade val="90000"/>
                    <a:satMod val="250000"/>
                    <a:alpha val="100000"/>
                  </a:schemeClr>
                </a:solidFill>
              </a:rPr>
              <a:t>The Tank</a:t>
            </a:r>
          </a:p>
        </p:txBody>
      </p:sp>
      <p:sp>
        <p:nvSpPr>
          <p:cNvPr id="3" name="Content Placeholder 2">
            <a:extLst>
              <a:ext uri="{FF2B5EF4-FFF2-40B4-BE49-F238E27FC236}">
                <a16:creationId xmlns:a16="http://schemas.microsoft.com/office/drawing/2014/main" id="{6222AE59-F605-E68A-6A5B-CF309A3D34A9}"/>
              </a:ext>
            </a:extLst>
          </p:cNvPr>
          <p:cNvSpPr>
            <a:spLocks noGrp="1"/>
          </p:cNvSpPr>
          <p:nvPr>
            <p:ph idx="1"/>
          </p:nvPr>
        </p:nvSpPr>
        <p:spPr/>
        <p:txBody>
          <a:bodyPr>
            <a:normAutofit fontScale="92500" lnSpcReduction="20000"/>
          </a:bodyPr>
          <a:lstStyle/>
          <a:p>
            <a:pPr fontAlgn="auto">
              <a:spcBef>
                <a:spcPts val="0"/>
              </a:spcBef>
              <a:spcAft>
                <a:spcPts val="0"/>
              </a:spcAft>
              <a:buFont typeface="Wingdings 2"/>
              <a:buChar char=""/>
              <a:defRPr/>
            </a:pPr>
            <a:r>
              <a:rPr lang="en-US" dirty="0"/>
              <a:t>When a player designs their tank, the following is up to them:</a:t>
            </a:r>
          </a:p>
          <a:p>
            <a:pPr fontAlgn="auto">
              <a:spcBef>
                <a:spcPts val="0"/>
              </a:spcBef>
              <a:spcAft>
                <a:spcPts val="0"/>
              </a:spcAft>
              <a:buFont typeface="Wingdings 2"/>
              <a:buChar char=""/>
              <a:defRPr/>
            </a:pPr>
            <a:endParaRPr lang="en-US" dirty="0"/>
          </a:p>
          <a:p>
            <a:pPr fontAlgn="auto">
              <a:spcBef>
                <a:spcPts val="0"/>
              </a:spcBef>
              <a:spcAft>
                <a:spcPts val="0"/>
              </a:spcAft>
              <a:buFont typeface="Wingdings 2"/>
              <a:buChar char=""/>
              <a:defRPr/>
            </a:pPr>
            <a:r>
              <a:rPr lang="en-US" dirty="0"/>
              <a:t>Tank Name</a:t>
            </a:r>
          </a:p>
          <a:p>
            <a:pPr fontAlgn="auto">
              <a:spcBef>
                <a:spcPts val="0"/>
              </a:spcBef>
              <a:spcAft>
                <a:spcPts val="0"/>
              </a:spcAft>
              <a:buFont typeface="Wingdings 2"/>
              <a:buChar char=""/>
              <a:defRPr/>
            </a:pPr>
            <a:r>
              <a:rPr lang="en-US" dirty="0"/>
              <a:t>Armor Class</a:t>
            </a:r>
          </a:p>
          <a:p>
            <a:pPr fontAlgn="auto">
              <a:spcBef>
                <a:spcPts val="0"/>
              </a:spcBef>
              <a:spcAft>
                <a:spcPts val="0"/>
              </a:spcAft>
              <a:buFont typeface="Wingdings 2"/>
              <a:buChar char=""/>
              <a:defRPr/>
            </a:pPr>
            <a:r>
              <a:rPr lang="en-US" dirty="0"/>
              <a:t>Weapon (armor type restricts options using a weight system)</a:t>
            </a:r>
          </a:p>
          <a:p>
            <a:pPr fontAlgn="auto">
              <a:spcBef>
                <a:spcPts val="0"/>
              </a:spcBef>
              <a:spcAft>
                <a:spcPts val="0"/>
              </a:spcAft>
              <a:buFont typeface="Wingdings 2"/>
              <a:buChar char=""/>
              <a:defRPr/>
            </a:pPr>
            <a:r>
              <a:rPr lang="en-US" dirty="0"/>
              <a:t>Color</a:t>
            </a:r>
          </a:p>
          <a:p>
            <a:pPr fontAlgn="auto">
              <a:spcBef>
                <a:spcPts val="0"/>
              </a:spcBef>
              <a:spcAft>
                <a:spcPts val="0"/>
              </a:spcAft>
              <a:buFont typeface="Wingdings 2"/>
              <a:buChar char=""/>
              <a:defRPr/>
            </a:pPr>
            <a:endParaRPr lang="en-US" dirty="0"/>
          </a:p>
          <a:p>
            <a:pPr fontAlgn="auto">
              <a:spcBef>
                <a:spcPts val="0"/>
              </a:spcBef>
              <a:spcAft>
                <a:spcPts val="0"/>
              </a:spcAft>
              <a:buFont typeface="Wingdings 2"/>
              <a:buNone/>
              <a:defRPr/>
            </a:pPr>
            <a:r>
              <a:rPr lang="en-US" dirty="0"/>
              <a:t>The weight of the tank will determine the speed that the tank can drive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A28F7-1778-D4D2-BB8D-76ECB6243EA2}"/>
              </a:ext>
            </a:extLst>
          </p:cNvPr>
          <p:cNvSpPr>
            <a:spLocks noGrp="1"/>
          </p:cNvSpPr>
          <p:nvPr>
            <p:ph type="title"/>
          </p:nvPr>
        </p:nvSpPr>
        <p:spPr>
          <a:xfrm>
            <a:off x="457200" y="253536"/>
            <a:ext cx="8229600" cy="1143000"/>
          </a:xfrm>
        </p:spPr>
        <p:txBody>
          <a:bodyPr/>
          <a:lstStyle/>
          <a:p>
            <a:pPr marL="54864" indent="0" fontAlgn="auto">
              <a:spcAft>
                <a:spcPts val="0"/>
              </a:spcAft>
              <a:defRPr/>
            </a:pPr>
            <a:r>
              <a:rPr lang="en-US" dirty="0">
                <a:solidFill>
                  <a:schemeClr val="tx2">
                    <a:tint val="100000"/>
                    <a:shade val="90000"/>
                    <a:satMod val="250000"/>
                    <a:alpha val="100000"/>
                  </a:schemeClr>
                </a:solidFill>
              </a:rPr>
              <a:t>Utilities</a:t>
            </a:r>
          </a:p>
        </p:txBody>
      </p:sp>
      <p:sp>
        <p:nvSpPr>
          <p:cNvPr id="17411" name="Content Placeholder 2">
            <a:extLst>
              <a:ext uri="{FF2B5EF4-FFF2-40B4-BE49-F238E27FC236}">
                <a16:creationId xmlns:a16="http://schemas.microsoft.com/office/drawing/2014/main" id="{E44F88FD-9F28-F3BE-FCBE-6FDF32E72E2E}"/>
              </a:ext>
            </a:extLst>
          </p:cNvPr>
          <p:cNvSpPr>
            <a:spLocks noGrp="1"/>
          </p:cNvSpPr>
          <p:nvPr>
            <p:ph idx="1"/>
          </p:nvPr>
        </p:nvSpPr>
        <p:spPr/>
        <p:txBody>
          <a:bodyPr/>
          <a:lstStyle/>
          <a:p>
            <a:pPr>
              <a:buFont typeface="Wingdings 2" panose="05020102010507070707" pitchFamily="18" charset="2"/>
              <a:buNone/>
            </a:pPr>
            <a:r>
              <a:rPr lang="en-US" altLang="en-US"/>
              <a:t>On top of the turret of the tank, there will also be utilities that  the user can pickup through out the maps, that will drop mines, increase rate of fire, shield them, etc.</a:t>
            </a:r>
          </a:p>
          <a:p>
            <a:pPr>
              <a:buFont typeface="Wingdings 2" panose="05020102010507070707" pitchFamily="18" charset="2"/>
              <a:buNone/>
            </a:pPr>
            <a:r>
              <a:rPr lang="en-US" altLang="en-US"/>
              <a:t>Utilities are used by clicking the right mouse button.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8F49-3CBC-B88A-44F9-75A9FA043873}"/>
              </a:ext>
            </a:extLst>
          </p:cNvPr>
          <p:cNvSpPr>
            <a:spLocks noGrp="1"/>
          </p:cNvSpPr>
          <p:nvPr>
            <p:ph type="title"/>
          </p:nvPr>
        </p:nvSpPr>
        <p:spPr>
          <a:xfrm>
            <a:off x="457200" y="253536"/>
            <a:ext cx="8229600" cy="1143000"/>
          </a:xfrm>
        </p:spPr>
        <p:txBody>
          <a:bodyPr/>
          <a:lstStyle/>
          <a:p>
            <a:pPr marL="54864" indent="0" fontAlgn="auto">
              <a:spcAft>
                <a:spcPts val="0"/>
              </a:spcAft>
              <a:defRPr/>
            </a:pPr>
            <a:r>
              <a:rPr lang="en-US" dirty="0">
                <a:solidFill>
                  <a:schemeClr val="tx2">
                    <a:tint val="100000"/>
                    <a:shade val="90000"/>
                    <a:satMod val="250000"/>
                    <a:alpha val="100000"/>
                  </a:schemeClr>
                </a:solidFill>
              </a:rPr>
              <a:t>Chickens</a:t>
            </a:r>
          </a:p>
        </p:txBody>
      </p:sp>
      <p:sp>
        <p:nvSpPr>
          <p:cNvPr id="3" name="Content Placeholder 2">
            <a:extLst>
              <a:ext uri="{FF2B5EF4-FFF2-40B4-BE49-F238E27FC236}">
                <a16:creationId xmlns:a16="http://schemas.microsoft.com/office/drawing/2014/main" id="{E395AA53-7EB6-48FE-C912-AF62211E9BE7}"/>
              </a:ext>
            </a:extLst>
          </p:cNvPr>
          <p:cNvSpPr>
            <a:spLocks noGrp="1"/>
          </p:cNvSpPr>
          <p:nvPr>
            <p:ph idx="1"/>
          </p:nvPr>
        </p:nvSpPr>
        <p:spPr/>
        <p:txBody>
          <a:bodyPr>
            <a:normAutofit fontScale="92500" lnSpcReduction="20000"/>
          </a:bodyPr>
          <a:lstStyle/>
          <a:p>
            <a:pPr fontAlgn="auto">
              <a:spcBef>
                <a:spcPts val="0"/>
              </a:spcBef>
              <a:spcAft>
                <a:spcPts val="0"/>
              </a:spcAft>
              <a:buFont typeface="Wingdings 2"/>
              <a:buChar char=""/>
              <a:defRPr/>
            </a:pPr>
            <a:r>
              <a:rPr lang="en-US" dirty="0"/>
              <a:t>Maps are tile based 32x32 pixels each, and map sizes will be determined based on </a:t>
            </a:r>
            <a:r>
              <a:rPr lang="en-US" dirty="0" err="1"/>
              <a:t>gameplay</a:t>
            </a:r>
            <a:r>
              <a:rPr lang="en-US" dirty="0"/>
              <a:t> mode.</a:t>
            </a:r>
          </a:p>
          <a:p>
            <a:pPr fontAlgn="auto">
              <a:spcBef>
                <a:spcPts val="0"/>
              </a:spcBef>
              <a:spcAft>
                <a:spcPts val="0"/>
              </a:spcAft>
              <a:buFont typeface="Wingdings 2"/>
              <a:buChar char=""/>
              <a:defRPr/>
            </a:pPr>
            <a:r>
              <a:rPr lang="en-US" dirty="0"/>
              <a:t>Each </a:t>
            </a:r>
            <a:r>
              <a:rPr lang="en-US" dirty="0" err="1"/>
              <a:t>Vtank</a:t>
            </a:r>
            <a:r>
              <a:rPr lang="en-US" dirty="0"/>
              <a:t> map will have walls, which restrict movement, terrain which the tanks drive around on, and obstacles like trees and rocks that can, with enough firepower, be destroyed.</a:t>
            </a:r>
          </a:p>
          <a:p>
            <a:pPr fontAlgn="auto">
              <a:spcBef>
                <a:spcPts val="0"/>
              </a:spcBef>
              <a:spcAft>
                <a:spcPts val="0"/>
              </a:spcAft>
              <a:buFont typeface="Wingdings 2"/>
              <a:buChar char=""/>
              <a:defRPr/>
            </a:pPr>
            <a:r>
              <a:rPr lang="en-US" dirty="0"/>
              <a:t>Chickens will also be included for your squishing entertainment. Idle users will be attacked by suicide bomber chickens.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A2E63-99FD-7CB8-C70E-64AF697C5A41}"/>
              </a:ext>
            </a:extLst>
          </p:cNvPr>
          <p:cNvSpPr>
            <a:spLocks noGrp="1"/>
          </p:cNvSpPr>
          <p:nvPr>
            <p:ph type="title"/>
          </p:nvPr>
        </p:nvSpPr>
        <p:spPr>
          <a:xfrm>
            <a:off x="457200" y="253536"/>
            <a:ext cx="8229600" cy="1143000"/>
          </a:xfrm>
        </p:spPr>
        <p:txBody>
          <a:bodyPr/>
          <a:lstStyle/>
          <a:p>
            <a:pPr marL="54864" indent="0" fontAlgn="auto">
              <a:spcAft>
                <a:spcPts val="0"/>
              </a:spcAft>
              <a:defRPr/>
            </a:pPr>
            <a:r>
              <a:rPr lang="en-US" dirty="0">
                <a:solidFill>
                  <a:schemeClr val="tx2">
                    <a:tint val="100000"/>
                    <a:shade val="90000"/>
                    <a:satMod val="250000"/>
                    <a:alpha val="100000"/>
                  </a:schemeClr>
                </a:solidFill>
              </a:rPr>
              <a:t>Chickens – Cont.</a:t>
            </a:r>
          </a:p>
        </p:txBody>
      </p:sp>
      <p:pic>
        <p:nvPicPr>
          <p:cNvPr id="19459" name="Picture 2" descr="F:\SoSe\maps_desert2_sample.jpg">
            <a:extLst>
              <a:ext uri="{FF2B5EF4-FFF2-40B4-BE49-F238E27FC236}">
                <a16:creationId xmlns:a16="http://schemas.microsoft.com/office/drawing/2014/main" id="{9EE55594-8C56-8E69-B7FC-531B490D4D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24000"/>
            <a:ext cx="51054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3" descr="F:\SoSe\maps_desert2.jpg">
            <a:extLst>
              <a:ext uri="{FF2B5EF4-FFF2-40B4-BE49-F238E27FC236}">
                <a16:creationId xmlns:a16="http://schemas.microsoft.com/office/drawing/2014/main" id="{E88082F0-B6F2-D984-F265-15B2798CE0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2286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4" descr="F:\SoSe\tank_pink.gif">
            <a:extLst>
              <a:ext uri="{FF2B5EF4-FFF2-40B4-BE49-F238E27FC236}">
                <a16:creationId xmlns:a16="http://schemas.microsoft.com/office/drawing/2014/main" id="{2C6D77CE-3FE1-B3B1-0A9F-E6E56EE36F4C}"/>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772400" y="2286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TextBox 6">
            <a:extLst>
              <a:ext uri="{FF2B5EF4-FFF2-40B4-BE49-F238E27FC236}">
                <a16:creationId xmlns:a16="http://schemas.microsoft.com/office/drawing/2014/main" id="{68ED7D4F-E1F7-D494-B3C8-E38E73514BF0}"/>
              </a:ext>
            </a:extLst>
          </p:cNvPr>
          <p:cNvSpPr txBox="1">
            <a:spLocks noChangeArrowheads="1"/>
          </p:cNvSpPr>
          <p:nvPr/>
        </p:nvSpPr>
        <p:spPr bwMode="auto">
          <a:xfrm>
            <a:off x="5791200" y="2667000"/>
            <a:ext cx="281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fontAlgn="base">
              <a:spcBef>
                <a:spcPct val="0"/>
              </a:spcBef>
              <a:spcAft>
                <a:spcPct val="0"/>
              </a:spcAft>
              <a:defRPr>
                <a:solidFill>
                  <a:schemeClr val="tx1"/>
                </a:solidFill>
                <a:latin typeface="Rockwell" panose="02060603020205020403" pitchFamily="18" charset="0"/>
              </a:defRPr>
            </a:lvl6pPr>
            <a:lvl7pPr marL="2971800" indent="-228600" fontAlgn="base">
              <a:spcBef>
                <a:spcPct val="0"/>
              </a:spcBef>
              <a:spcAft>
                <a:spcPct val="0"/>
              </a:spcAft>
              <a:defRPr>
                <a:solidFill>
                  <a:schemeClr val="tx1"/>
                </a:solidFill>
                <a:latin typeface="Rockwell" panose="02060603020205020403" pitchFamily="18" charset="0"/>
              </a:defRPr>
            </a:lvl7pPr>
            <a:lvl8pPr marL="3429000" indent="-228600" fontAlgn="base">
              <a:spcBef>
                <a:spcPct val="0"/>
              </a:spcBef>
              <a:spcAft>
                <a:spcPct val="0"/>
              </a:spcAft>
              <a:defRPr>
                <a:solidFill>
                  <a:schemeClr val="tx1"/>
                </a:solidFill>
                <a:latin typeface="Rockwell" panose="02060603020205020403" pitchFamily="18" charset="0"/>
              </a:defRPr>
            </a:lvl8pPr>
            <a:lvl9pPr marL="3886200" indent="-228600" fontAlgn="base">
              <a:spcBef>
                <a:spcPct val="0"/>
              </a:spcBef>
              <a:spcAft>
                <a:spcPct val="0"/>
              </a:spcAft>
              <a:defRPr>
                <a:solidFill>
                  <a:schemeClr val="tx1"/>
                </a:solidFill>
                <a:latin typeface="Rockwell" panose="02060603020205020403" pitchFamily="18" charset="0"/>
              </a:defRPr>
            </a:lvl9pPr>
          </a:lstStyle>
          <a:p>
            <a:r>
              <a:rPr lang="en-US" altLang="en-US"/>
              <a:t>Map	Tile	Tank</a:t>
            </a:r>
          </a:p>
        </p:txBody>
      </p:sp>
      <p:cxnSp>
        <p:nvCxnSpPr>
          <p:cNvPr id="11" name="Elbow Connector 10">
            <a:extLst>
              <a:ext uri="{FF2B5EF4-FFF2-40B4-BE49-F238E27FC236}">
                <a16:creationId xmlns:a16="http://schemas.microsoft.com/office/drawing/2014/main" id="{EFCFD83D-6849-D0F9-1CEC-3F0D5C48027C}"/>
              </a:ext>
            </a:extLst>
          </p:cNvPr>
          <p:cNvCxnSpPr/>
          <p:nvPr/>
        </p:nvCxnSpPr>
        <p:spPr>
          <a:xfrm rot="10800000" flipV="1">
            <a:off x="5486400" y="3124200"/>
            <a:ext cx="609600" cy="533400"/>
          </a:xfrm>
          <a:prstGeom prst="bentConnector3">
            <a:avLst>
              <a:gd name="adj1" fmla="val 50000"/>
            </a:avLst>
          </a:prstGeom>
          <a:ln>
            <a:tailEnd type="arrow"/>
          </a:ln>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19763-7CD6-F12F-1678-74E406E90BD3}"/>
              </a:ext>
            </a:extLst>
          </p:cNvPr>
          <p:cNvSpPr>
            <a:spLocks noGrp="1"/>
          </p:cNvSpPr>
          <p:nvPr>
            <p:ph type="title"/>
          </p:nvPr>
        </p:nvSpPr>
        <p:spPr>
          <a:xfrm>
            <a:off x="457200" y="253536"/>
            <a:ext cx="8229600" cy="1143000"/>
          </a:xfrm>
        </p:spPr>
        <p:txBody>
          <a:bodyPr/>
          <a:lstStyle/>
          <a:p>
            <a:pPr marL="54864" indent="0" fontAlgn="auto">
              <a:spcAft>
                <a:spcPts val="0"/>
              </a:spcAft>
              <a:defRPr/>
            </a:pPr>
            <a:r>
              <a:rPr lang="en-US" dirty="0">
                <a:solidFill>
                  <a:schemeClr val="tx2">
                    <a:tint val="100000"/>
                    <a:shade val="90000"/>
                    <a:satMod val="250000"/>
                    <a:alpha val="100000"/>
                  </a:schemeClr>
                </a:solidFill>
              </a:rPr>
              <a:t>Walkthrough</a:t>
            </a:r>
          </a:p>
        </p:txBody>
      </p:sp>
      <p:sp>
        <p:nvSpPr>
          <p:cNvPr id="3" name="Content Placeholder 2">
            <a:extLst>
              <a:ext uri="{FF2B5EF4-FFF2-40B4-BE49-F238E27FC236}">
                <a16:creationId xmlns:a16="http://schemas.microsoft.com/office/drawing/2014/main" id="{F2530CCD-6163-B9C4-9867-CB0A3F8AA785}"/>
              </a:ext>
            </a:extLst>
          </p:cNvPr>
          <p:cNvSpPr>
            <a:spLocks noGrp="1"/>
          </p:cNvSpPr>
          <p:nvPr>
            <p:ph idx="1"/>
          </p:nvPr>
        </p:nvSpPr>
        <p:spPr/>
        <p:txBody>
          <a:bodyPr>
            <a:normAutofit fontScale="92500" lnSpcReduction="20000"/>
          </a:bodyPr>
          <a:lstStyle/>
          <a:p>
            <a:pPr fontAlgn="auto">
              <a:spcBef>
                <a:spcPts val="0"/>
              </a:spcBef>
              <a:spcAft>
                <a:spcPts val="0"/>
              </a:spcAft>
              <a:buFont typeface="Wingdings 2"/>
              <a:buNone/>
              <a:defRPr/>
            </a:pPr>
            <a:r>
              <a:rPr lang="en-US" dirty="0"/>
              <a:t>User loads up </a:t>
            </a:r>
            <a:r>
              <a:rPr lang="en-US" dirty="0" err="1"/>
              <a:t>Vtank</a:t>
            </a:r>
            <a:r>
              <a:rPr lang="en-US" dirty="0"/>
              <a:t> and is presented with a login / news / update portal.</a:t>
            </a:r>
          </a:p>
          <a:p>
            <a:pPr fontAlgn="auto">
              <a:spcBef>
                <a:spcPts val="0"/>
              </a:spcBef>
              <a:spcAft>
                <a:spcPts val="0"/>
              </a:spcAft>
              <a:buFont typeface="Wingdings 2"/>
              <a:buNone/>
              <a:defRPr/>
            </a:pPr>
            <a:r>
              <a:rPr lang="en-US" dirty="0"/>
              <a:t>After logging in, the user can join the current game, or configure their tank</a:t>
            </a:r>
          </a:p>
          <a:p>
            <a:pPr fontAlgn="auto">
              <a:spcBef>
                <a:spcPts val="0"/>
              </a:spcBef>
              <a:spcAft>
                <a:spcPts val="0"/>
              </a:spcAft>
              <a:buFont typeface="Wingdings 2"/>
              <a:buNone/>
              <a:defRPr/>
            </a:pPr>
            <a:r>
              <a:rPr lang="en-US" dirty="0"/>
              <a:t>When configuring their tank, a list of previously saved setups will be presented for use.</a:t>
            </a:r>
          </a:p>
          <a:p>
            <a:pPr fontAlgn="auto">
              <a:spcBef>
                <a:spcPts val="0"/>
              </a:spcBef>
              <a:spcAft>
                <a:spcPts val="0"/>
              </a:spcAft>
              <a:buFont typeface="Wingdings 2"/>
              <a:buNone/>
              <a:defRPr/>
            </a:pPr>
            <a:r>
              <a:rPr lang="en-US" dirty="0"/>
              <a:t>After joining, the user is given a dialogue telling them which game mode is active and a brief description – when a map rotates all users are shown this message.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156EA-57B3-46B6-D8BF-534AE5F916E9}"/>
              </a:ext>
            </a:extLst>
          </p:cNvPr>
          <p:cNvSpPr>
            <a:spLocks noGrp="1"/>
          </p:cNvSpPr>
          <p:nvPr>
            <p:ph type="title"/>
          </p:nvPr>
        </p:nvSpPr>
        <p:spPr>
          <a:xfrm>
            <a:off x="457200" y="253536"/>
            <a:ext cx="8229600" cy="1143000"/>
          </a:xfrm>
        </p:spPr>
        <p:txBody>
          <a:bodyPr/>
          <a:lstStyle/>
          <a:p>
            <a:pPr marL="54864" indent="0" fontAlgn="auto">
              <a:spcAft>
                <a:spcPts val="0"/>
              </a:spcAft>
              <a:defRPr/>
            </a:pPr>
            <a:r>
              <a:rPr lang="en-US" dirty="0">
                <a:solidFill>
                  <a:schemeClr val="tx2">
                    <a:tint val="100000"/>
                    <a:shade val="90000"/>
                    <a:satMod val="250000"/>
                    <a:alpha val="100000"/>
                  </a:schemeClr>
                </a:solidFill>
              </a:rPr>
              <a:t>Technical Stuff</a:t>
            </a:r>
          </a:p>
        </p:txBody>
      </p:sp>
      <p:sp>
        <p:nvSpPr>
          <p:cNvPr id="21507" name="Content Placeholder 2">
            <a:extLst>
              <a:ext uri="{FF2B5EF4-FFF2-40B4-BE49-F238E27FC236}">
                <a16:creationId xmlns:a16="http://schemas.microsoft.com/office/drawing/2014/main" id="{5DF88885-0475-DFAD-F1F6-9701BD401EF9}"/>
              </a:ext>
            </a:extLst>
          </p:cNvPr>
          <p:cNvSpPr>
            <a:spLocks noGrp="1"/>
          </p:cNvSpPr>
          <p:nvPr>
            <p:ph idx="1"/>
          </p:nvPr>
        </p:nvSpPr>
        <p:spPr/>
        <p:txBody>
          <a:bodyPr/>
          <a:lstStyle/>
          <a:p>
            <a:r>
              <a:rPr lang="en-US" altLang="en-US"/>
              <a:t>C++ / OpenGL Client</a:t>
            </a:r>
          </a:p>
          <a:p>
            <a:r>
              <a:rPr lang="en-US" altLang="en-US"/>
              <a:t>Stackless Python Server</a:t>
            </a:r>
          </a:p>
          <a:p>
            <a:r>
              <a:rPr lang="en-US" altLang="en-US"/>
              <a:t>MYSQL database backend</a:t>
            </a:r>
          </a:p>
          <a:p>
            <a:endParaRPr lang="en-US"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oundr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Foundry">
      <a:majorFont>
        <a:latin typeface="Rockwell"/>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oundry">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75000"/>
                <a:satMod val="400000"/>
              </a:schemeClr>
            </a:gs>
            <a:gs pos="20000">
              <a:schemeClr val="phClr">
                <a:tint val="80000"/>
                <a:satMod val="355000"/>
              </a:schemeClr>
            </a:gs>
            <a:gs pos="100000">
              <a:schemeClr val="phClr">
                <a:tint val="95000"/>
                <a:shade val="55000"/>
                <a:satMod val="355000"/>
              </a:schemeClr>
            </a:gs>
          </a:gsLst>
          <a:path path="circle">
            <a:fillToRect l="67500" t="35000" r="32500" b="65000"/>
          </a:path>
        </a:gradFill>
        <a:blipFill>
          <a:blip xmlns:r="http://schemas.openxmlformats.org/officeDocument/2006/relationships" r:embed="rId1">
            <a:duotone>
              <a:schemeClr val="phClr">
                <a:shade val="30000"/>
                <a:satMod val="120000"/>
              </a:schemeClr>
              <a:schemeClr val="phClr">
                <a:tint val="70000"/>
                <a:satMod val="250000"/>
              </a:schemeClr>
            </a:duotone>
          </a:blip>
          <a:tile tx="0" ty="0" sx="50000" sy="50000" flip="none" algn="t"/>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Foundry</Template>
  <TotalTime>254</TotalTime>
  <Words>531</Words>
  <Application>Microsoft Office PowerPoint</Application>
  <PresentationFormat>On-screen Show (4:3)</PresentationFormat>
  <Paragraphs>52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Rockwell</vt:lpstr>
      <vt:lpstr>Arial</vt:lpstr>
      <vt:lpstr>Wingdings 2</vt:lpstr>
      <vt:lpstr>Calibri</vt:lpstr>
      <vt:lpstr>Foundry</vt:lpstr>
      <vt:lpstr>SoSE Edition</vt:lpstr>
      <vt:lpstr>What Is It?</vt:lpstr>
      <vt:lpstr>Movment</vt:lpstr>
      <vt:lpstr>Users</vt:lpstr>
      <vt:lpstr>Gameplay</vt:lpstr>
      <vt:lpstr>Gameplay – cont.</vt:lpstr>
      <vt:lpstr>The Tank</vt:lpstr>
      <vt:lpstr>Utilities</vt:lpstr>
      <vt:lpstr>Chickens</vt:lpstr>
      <vt:lpstr>Chickens – Cont.</vt:lpstr>
      <vt:lpstr>Walkthrough</vt:lpstr>
      <vt:lpstr>Technical Stuff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Vtanks: SoSE Edition</dc:title>
  <dc:creator>Ducky</dc:creator>
  <cp:lastModifiedBy>Peter Chapin</cp:lastModifiedBy>
  <cp:revision>18</cp:revision>
  <dcterms:created xsi:type="dcterms:W3CDTF">2008-05-20T15:28:51Z</dcterms:created>
  <dcterms:modified xsi:type="dcterms:W3CDTF">2025-11-11T13:38:40Z</dcterms:modified>
</cp:coreProperties>
</file>